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4" Type="http://schemas.openxmlformats.org/officeDocument/2006/relationships/image" Target="../media/image6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Relationship Id="rId4" Type="http://schemas.openxmlformats.org/officeDocument/2006/relationships/image" Target="../media/image10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image" Target="../media/image13.svg"/><Relationship Id="rId4" Type="http://schemas.openxmlformats.org/officeDocument/2006/relationships/image" Target="../media/image16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image" Target="../media/image17.svg"/><Relationship Id="rId4" Type="http://schemas.openxmlformats.org/officeDocument/2006/relationships/image" Target="../media/image2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Relationship Id="rId4" Type="http://schemas.openxmlformats.org/officeDocument/2006/relationships/image" Target="../media/image10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image" Target="../media/image13.svg"/><Relationship Id="rId4" Type="http://schemas.openxmlformats.org/officeDocument/2006/relationships/image" Target="../media/image16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image" Target="../media/image17.svg"/><Relationship Id="rId4" Type="http://schemas.openxmlformats.org/officeDocument/2006/relationships/image" Target="../media/image2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CB1C709-6777-4755-8043-1C247B3CB0A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526C000-24B1-46AB-A6AD-05FA397B3ABA}">
      <dgm:prSet/>
      <dgm:spPr/>
      <dgm:t>
        <a:bodyPr/>
        <a:lstStyle/>
        <a:p>
          <a:r>
            <a:rPr lang="en-US"/>
            <a:t>Examines how machine learning improves malware detection</a:t>
          </a:r>
        </a:p>
      </dgm:t>
    </dgm:pt>
    <dgm:pt modelId="{A7E46960-62B1-4F3E-A77E-7386F80939AE}" type="parTrans" cxnId="{1F6DAF3B-C247-4E7F-AD79-9A155940A683}">
      <dgm:prSet/>
      <dgm:spPr/>
      <dgm:t>
        <a:bodyPr/>
        <a:lstStyle/>
        <a:p>
          <a:endParaRPr lang="en-US"/>
        </a:p>
      </dgm:t>
    </dgm:pt>
    <dgm:pt modelId="{33AA6914-3A7A-4F30-AF12-D4ACF668DB80}" type="sibTrans" cxnId="{1F6DAF3B-C247-4E7F-AD79-9A155940A683}">
      <dgm:prSet/>
      <dgm:spPr/>
      <dgm:t>
        <a:bodyPr/>
        <a:lstStyle/>
        <a:p>
          <a:endParaRPr lang="en-US"/>
        </a:p>
      </dgm:t>
    </dgm:pt>
    <dgm:pt modelId="{BDA56AAC-D2D0-4C3A-A028-8B9C5AD956A1}">
      <dgm:prSet/>
      <dgm:spPr/>
      <dgm:t>
        <a:bodyPr/>
        <a:lstStyle/>
        <a:p>
          <a:r>
            <a:rPr lang="en-US"/>
            <a:t>Compares traditional vs modern cybersecurity approaches</a:t>
          </a:r>
        </a:p>
      </dgm:t>
    </dgm:pt>
    <dgm:pt modelId="{CE82A8D2-2B78-4D4E-9CEB-98A3505DB5CA}" type="parTrans" cxnId="{0280A22D-4858-4578-98A9-3928915C44E8}">
      <dgm:prSet/>
      <dgm:spPr/>
      <dgm:t>
        <a:bodyPr/>
        <a:lstStyle/>
        <a:p>
          <a:endParaRPr lang="en-US"/>
        </a:p>
      </dgm:t>
    </dgm:pt>
    <dgm:pt modelId="{21C295B0-A722-494D-8D7F-CADCEC77B42B}" type="sibTrans" cxnId="{0280A22D-4858-4578-98A9-3928915C44E8}">
      <dgm:prSet/>
      <dgm:spPr/>
      <dgm:t>
        <a:bodyPr/>
        <a:lstStyle/>
        <a:p>
          <a:endParaRPr lang="en-US"/>
        </a:p>
      </dgm:t>
    </dgm:pt>
    <dgm:pt modelId="{7B074C2E-A57E-4EA0-A6D9-F5BC27EFAC1D}">
      <dgm:prSet/>
      <dgm:spPr/>
      <dgm:t>
        <a:bodyPr/>
        <a:lstStyle/>
        <a:p>
          <a:r>
            <a:rPr lang="en-US"/>
            <a:t>Explores applications across enterprise environments</a:t>
          </a:r>
        </a:p>
      </dgm:t>
    </dgm:pt>
    <dgm:pt modelId="{24F223A2-BA4F-444B-A67B-54A2F69F87F2}" type="parTrans" cxnId="{A09700FD-A416-44AC-9E0A-F9D1DEDC76C7}">
      <dgm:prSet/>
      <dgm:spPr/>
      <dgm:t>
        <a:bodyPr/>
        <a:lstStyle/>
        <a:p>
          <a:endParaRPr lang="en-US"/>
        </a:p>
      </dgm:t>
    </dgm:pt>
    <dgm:pt modelId="{DC2EF015-C1EA-40D7-9142-49F905E41768}" type="sibTrans" cxnId="{A09700FD-A416-44AC-9E0A-F9D1DEDC76C7}">
      <dgm:prSet/>
      <dgm:spPr/>
      <dgm:t>
        <a:bodyPr/>
        <a:lstStyle/>
        <a:p>
          <a:endParaRPr lang="en-US"/>
        </a:p>
      </dgm:t>
    </dgm:pt>
    <dgm:pt modelId="{BDFD93D5-B44B-4B2B-BD95-D92A517722B6}">
      <dgm:prSet/>
      <dgm:spPr/>
      <dgm:t>
        <a:bodyPr/>
        <a:lstStyle/>
        <a:p>
          <a:r>
            <a:rPr lang="en-US"/>
            <a:t>Analyzes strengths, limitations, and real-world use</a:t>
          </a:r>
        </a:p>
      </dgm:t>
    </dgm:pt>
    <dgm:pt modelId="{8B377FCC-8206-49E3-B93E-A3E1A0945D68}" type="parTrans" cxnId="{EB8E1A4E-608A-48CD-8ACD-F9D1C48D9356}">
      <dgm:prSet/>
      <dgm:spPr/>
      <dgm:t>
        <a:bodyPr/>
        <a:lstStyle/>
        <a:p>
          <a:endParaRPr lang="en-US"/>
        </a:p>
      </dgm:t>
    </dgm:pt>
    <dgm:pt modelId="{3541D039-8200-472E-8021-0ED46F02C589}" type="sibTrans" cxnId="{EB8E1A4E-608A-48CD-8ACD-F9D1C48D9356}">
      <dgm:prSet/>
      <dgm:spPr/>
      <dgm:t>
        <a:bodyPr/>
        <a:lstStyle/>
        <a:p>
          <a:endParaRPr lang="en-US"/>
        </a:p>
      </dgm:t>
    </dgm:pt>
    <dgm:pt modelId="{440AD989-B61E-45ED-9BED-50F752D76AA9}" type="pres">
      <dgm:prSet presAssocID="{ECB1C709-6777-4755-8043-1C247B3CB0A5}" presName="root" presStyleCnt="0">
        <dgm:presLayoutVars>
          <dgm:dir/>
          <dgm:resizeHandles val="exact"/>
        </dgm:presLayoutVars>
      </dgm:prSet>
      <dgm:spPr/>
    </dgm:pt>
    <dgm:pt modelId="{EDF8EED6-BCB9-49A4-8711-0653B23BB624}" type="pres">
      <dgm:prSet presAssocID="{9526C000-24B1-46AB-A6AD-05FA397B3ABA}" presName="compNode" presStyleCnt="0"/>
      <dgm:spPr/>
    </dgm:pt>
    <dgm:pt modelId="{01843A6A-76ED-46D1-A573-C568A68D8F83}" type="pres">
      <dgm:prSet presAssocID="{9526C000-24B1-46AB-A6AD-05FA397B3ABA}" presName="bgRect" presStyleLbl="bgShp" presStyleIdx="0" presStyleCnt="4"/>
      <dgm:spPr/>
    </dgm:pt>
    <dgm:pt modelId="{59444AF5-5A47-42AA-B511-9E8710BB3760}" type="pres">
      <dgm:prSet presAssocID="{9526C000-24B1-46AB-A6AD-05FA397B3ABA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60D95164-F21B-43B8-BF61-50D4A5D30AD2}" type="pres">
      <dgm:prSet presAssocID="{9526C000-24B1-46AB-A6AD-05FA397B3ABA}" presName="spaceRect" presStyleCnt="0"/>
      <dgm:spPr/>
    </dgm:pt>
    <dgm:pt modelId="{9DCDBD59-CC4B-460D-8F77-C29AB9C73DDE}" type="pres">
      <dgm:prSet presAssocID="{9526C000-24B1-46AB-A6AD-05FA397B3ABA}" presName="parTx" presStyleLbl="revTx" presStyleIdx="0" presStyleCnt="4">
        <dgm:presLayoutVars>
          <dgm:chMax val="0"/>
          <dgm:chPref val="0"/>
        </dgm:presLayoutVars>
      </dgm:prSet>
      <dgm:spPr/>
    </dgm:pt>
    <dgm:pt modelId="{E1494868-5EC6-4F0E-84B2-083A76EBC34C}" type="pres">
      <dgm:prSet presAssocID="{33AA6914-3A7A-4F30-AF12-D4ACF668DB80}" presName="sibTrans" presStyleCnt="0"/>
      <dgm:spPr/>
    </dgm:pt>
    <dgm:pt modelId="{1330AD07-28C4-480A-BFF5-D7E638E88E7B}" type="pres">
      <dgm:prSet presAssocID="{BDA56AAC-D2D0-4C3A-A028-8B9C5AD956A1}" presName="compNode" presStyleCnt="0"/>
      <dgm:spPr/>
    </dgm:pt>
    <dgm:pt modelId="{B9B889B7-BAA0-482A-B6E4-983AE54CC292}" type="pres">
      <dgm:prSet presAssocID="{BDA56AAC-D2D0-4C3A-A028-8B9C5AD956A1}" presName="bgRect" presStyleLbl="bgShp" presStyleIdx="1" presStyleCnt="4"/>
      <dgm:spPr/>
    </dgm:pt>
    <dgm:pt modelId="{3180ECA1-1FE6-4F94-BB20-E2F35DAF3609}" type="pres">
      <dgm:prSet presAssocID="{BDA56AAC-D2D0-4C3A-A028-8B9C5AD956A1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7544569E-1674-44C6-BD01-45CAE2C97901}" type="pres">
      <dgm:prSet presAssocID="{BDA56AAC-D2D0-4C3A-A028-8B9C5AD956A1}" presName="spaceRect" presStyleCnt="0"/>
      <dgm:spPr/>
    </dgm:pt>
    <dgm:pt modelId="{950D2F53-DE2D-4755-B5B3-05DA8282F8E8}" type="pres">
      <dgm:prSet presAssocID="{BDA56AAC-D2D0-4C3A-A028-8B9C5AD956A1}" presName="parTx" presStyleLbl="revTx" presStyleIdx="1" presStyleCnt="4">
        <dgm:presLayoutVars>
          <dgm:chMax val="0"/>
          <dgm:chPref val="0"/>
        </dgm:presLayoutVars>
      </dgm:prSet>
      <dgm:spPr/>
    </dgm:pt>
    <dgm:pt modelId="{D408BA03-EA9C-482A-8233-87896473DA5A}" type="pres">
      <dgm:prSet presAssocID="{21C295B0-A722-494D-8D7F-CADCEC77B42B}" presName="sibTrans" presStyleCnt="0"/>
      <dgm:spPr/>
    </dgm:pt>
    <dgm:pt modelId="{F550FD8F-EF04-4903-AEE6-201CCA8B4AAE}" type="pres">
      <dgm:prSet presAssocID="{7B074C2E-A57E-4EA0-A6D9-F5BC27EFAC1D}" presName="compNode" presStyleCnt="0"/>
      <dgm:spPr/>
    </dgm:pt>
    <dgm:pt modelId="{80C71241-56BB-4FB3-86E2-6B3EE49E1186}" type="pres">
      <dgm:prSet presAssocID="{7B074C2E-A57E-4EA0-A6D9-F5BC27EFAC1D}" presName="bgRect" presStyleLbl="bgShp" presStyleIdx="2" presStyleCnt="4"/>
      <dgm:spPr/>
    </dgm:pt>
    <dgm:pt modelId="{D9D400CC-179F-47B1-8D30-297B403162A3}" type="pres">
      <dgm:prSet presAssocID="{7B074C2E-A57E-4EA0-A6D9-F5BC27EFAC1D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45BECFC3-4D08-48AB-AC20-EC6F925E81F6}" type="pres">
      <dgm:prSet presAssocID="{7B074C2E-A57E-4EA0-A6D9-F5BC27EFAC1D}" presName="spaceRect" presStyleCnt="0"/>
      <dgm:spPr/>
    </dgm:pt>
    <dgm:pt modelId="{B323FF7A-A195-4B31-B636-1AE9FDF495AE}" type="pres">
      <dgm:prSet presAssocID="{7B074C2E-A57E-4EA0-A6D9-F5BC27EFAC1D}" presName="parTx" presStyleLbl="revTx" presStyleIdx="2" presStyleCnt="4">
        <dgm:presLayoutVars>
          <dgm:chMax val="0"/>
          <dgm:chPref val="0"/>
        </dgm:presLayoutVars>
      </dgm:prSet>
      <dgm:spPr/>
    </dgm:pt>
    <dgm:pt modelId="{1A6D5A10-6354-4B14-8ABC-508C70286F73}" type="pres">
      <dgm:prSet presAssocID="{DC2EF015-C1EA-40D7-9142-49F905E41768}" presName="sibTrans" presStyleCnt="0"/>
      <dgm:spPr/>
    </dgm:pt>
    <dgm:pt modelId="{9BCBC04C-D4F6-49B6-B4F2-6E57CE992A15}" type="pres">
      <dgm:prSet presAssocID="{BDFD93D5-B44B-4B2B-BD95-D92A517722B6}" presName="compNode" presStyleCnt="0"/>
      <dgm:spPr/>
    </dgm:pt>
    <dgm:pt modelId="{09052C0D-4154-44CF-BF6A-E8FF9FBDDD30}" type="pres">
      <dgm:prSet presAssocID="{BDFD93D5-B44B-4B2B-BD95-D92A517722B6}" presName="bgRect" presStyleLbl="bgShp" presStyleIdx="3" presStyleCnt="4"/>
      <dgm:spPr/>
    </dgm:pt>
    <dgm:pt modelId="{49223BC8-DDF2-4C4D-A477-0F787233A7ED}" type="pres">
      <dgm:prSet presAssocID="{BDFD93D5-B44B-4B2B-BD95-D92A517722B6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E2895A8D-B15A-4714-89A8-1AEE480B5F05}" type="pres">
      <dgm:prSet presAssocID="{BDFD93D5-B44B-4B2B-BD95-D92A517722B6}" presName="spaceRect" presStyleCnt="0"/>
      <dgm:spPr/>
    </dgm:pt>
    <dgm:pt modelId="{23BE1966-2CFA-4C66-A8DB-DBD9EF6CAB2B}" type="pres">
      <dgm:prSet presAssocID="{BDFD93D5-B44B-4B2B-BD95-D92A517722B6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0280A22D-4858-4578-98A9-3928915C44E8}" srcId="{ECB1C709-6777-4755-8043-1C247B3CB0A5}" destId="{BDA56AAC-D2D0-4C3A-A028-8B9C5AD956A1}" srcOrd="1" destOrd="0" parTransId="{CE82A8D2-2B78-4D4E-9CEB-98A3505DB5CA}" sibTransId="{21C295B0-A722-494D-8D7F-CADCEC77B42B}"/>
    <dgm:cxn modelId="{E253FD36-86A7-45A4-BA50-2939785C96CF}" type="presOf" srcId="{BDFD93D5-B44B-4B2B-BD95-D92A517722B6}" destId="{23BE1966-2CFA-4C66-A8DB-DBD9EF6CAB2B}" srcOrd="0" destOrd="0" presId="urn:microsoft.com/office/officeart/2018/2/layout/IconVerticalSolidList"/>
    <dgm:cxn modelId="{1F6DAF3B-C247-4E7F-AD79-9A155940A683}" srcId="{ECB1C709-6777-4755-8043-1C247B3CB0A5}" destId="{9526C000-24B1-46AB-A6AD-05FA397B3ABA}" srcOrd="0" destOrd="0" parTransId="{A7E46960-62B1-4F3E-A77E-7386F80939AE}" sibTransId="{33AA6914-3A7A-4F30-AF12-D4ACF668DB80}"/>
    <dgm:cxn modelId="{EB8E1A4E-608A-48CD-8ACD-F9D1C48D9356}" srcId="{ECB1C709-6777-4755-8043-1C247B3CB0A5}" destId="{BDFD93D5-B44B-4B2B-BD95-D92A517722B6}" srcOrd="3" destOrd="0" parTransId="{8B377FCC-8206-49E3-B93E-A3E1A0945D68}" sibTransId="{3541D039-8200-472E-8021-0ED46F02C589}"/>
    <dgm:cxn modelId="{465ECB77-5775-4988-BB73-378AC8428DB8}" type="presOf" srcId="{9526C000-24B1-46AB-A6AD-05FA397B3ABA}" destId="{9DCDBD59-CC4B-460D-8F77-C29AB9C73DDE}" srcOrd="0" destOrd="0" presId="urn:microsoft.com/office/officeart/2018/2/layout/IconVerticalSolidList"/>
    <dgm:cxn modelId="{05D28D59-B50B-47B0-B1B4-5BE6991E1C1C}" type="presOf" srcId="{7B074C2E-A57E-4EA0-A6D9-F5BC27EFAC1D}" destId="{B323FF7A-A195-4B31-B636-1AE9FDF495AE}" srcOrd="0" destOrd="0" presId="urn:microsoft.com/office/officeart/2018/2/layout/IconVerticalSolidList"/>
    <dgm:cxn modelId="{491C239F-EFAF-46CD-AD56-433C8B49ADE9}" type="presOf" srcId="{ECB1C709-6777-4755-8043-1C247B3CB0A5}" destId="{440AD989-B61E-45ED-9BED-50F752D76AA9}" srcOrd="0" destOrd="0" presId="urn:microsoft.com/office/officeart/2018/2/layout/IconVerticalSolidList"/>
    <dgm:cxn modelId="{03FBECA1-CBCD-4942-AF16-3E4E04D4074E}" type="presOf" srcId="{BDA56AAC-D2D0-4C3A-A028-8B9C5AD956A1}" destId="{950D2F53-DE2D-4755-B5B3-05DA8282F8E8}" srcOrd="0" destOrd="0" presId="urn:microsoft.com/office/officeart/2018/2/layout/IconVerticalSolidList"/>
    <dgm:cxn modelId="{A09700FD-A416-44AC-9E0A-F9D1DEDC76C7}" srcId="{ECB1C709-6777-4755-8043-1C247B3CB0A5}" destId="{7B074C2E-A57E-4EA0-A6D9-F5BC27EFAC1D}" srcOrd="2" destOrd="0" parTransId="{24F223A2-BA4F-444B-A67B-54A2F69F87F2}" sibTransId="{DC2EF015-C1EA-40D7-9142-49F905E41768}"/>
    <dgm:cxn modelId="{D8BDE406-25F6-481A-A294-88774F7B3276}" type="presParOf" srcId="{440AD989-B61E-45ED-9BED-50F752D76AA9}" destId="{EDF8EED6-BCB9-49A4-8711-0653B23BB624}" srcOrd="0" destOrd="0" presId="urn:microsoft.com/office/officeart/2018/2/layout/IconVerticalSolidList"/>
    <dgm:cxn modelId="{6F01D480-073C-4E48-B088-8846ECBED061}" type="presParOf" srcId="{EDF8EED6-BCB9-49A4-8711-0653B23BB624}" destId="{01843A6A-76ED-46D1-A573-C568A68D8F83}" srcOrd="0" destOrd="0" presId="urn:microsoft.com/office/officeart/2018/2/layout/IconVerticalSolidList"/>
    <dgm:cxn modelId="{3C577E66-027C-457C-9D01-FEE61AAB9DF1}" type="presParOf" srcId="{EDF8EED6-BCB9-49A4-8711-0653B23BB624}" destId="{59444AF5-5A47-42AA-B511-9E8710BB3760}" srcOrd="1" destOrd="0" presId="urn:microsoft.com/office/officeart/2018/2/layout/IconVerticalSolidList"/>
    <dgm:cxn modelId="{B77FB639-DBC5-44A0-8DCF-733FF992F988}" type="presParOf" srcId="{EDF8EED6-BCB9-49A4-8711-0653B23BB624}" destId="{60D95164-F21B-43B8-BF61-50D4A5D30AD2}" srcOrd="2" destOrd="0" presId="urn:microsoft.com/office/officeart/2018/2/layout/IconVerticalSolidList"/>
    <dgm:cxn modelId="{42D84C66-0C36-4C44-ABF0-10B05CEF25D8}" type="presParOf" srcId="{EDF8EED6-BCB9-49A4-8711-0653B23BB624}" destId="{9DCDBD59-CC4B-460D-8F77-C29AB9C73DDE}" srcOrd="3" destOrd="0" presId="urn:microsoft.com/office/officeart/2018/2/layout/IconVerticalSolidList"/>
    <dgm:cxn modelId="{BC2E18F4-C492-4C23-B586-38CF83EC382C}" type="presParOf" srcId="{440AD989-B61E-45ED-9BED-50F752D76AA9}" destId="{E1494868-5EC6-4F0E-84B2-083A76EBC34C}" srcOrd="1" destOrd="0" presId="urn:microsoft.com/office/officeart/2018/2/layout/IconVerticalSolidList"/>
    <dgm:cxn modelId="{505A4DAD-115E-426C-AF5F-5348669E112C}" type="presParOf" srcId="{440AD989-B61E-45ED-9BED-50F752D76AA9}" destId="{1330AD07-28C4-480A-BFF5-D7E638E88E7B}" srcOrd="2" destOrd="0" presId="urn:microsoft.com/office/officeart/2018/2/layout/IconVerticalSolidList"/>
    <dgm:cxn modelId="{224221F7-AE48-4C33-8008-9D990F09025A}" type="presParOf" srcId="{1330AD07-28C4-480A-BFF5-D7E638E88E7B}" destId="{B9B889B7-BAA0-482A-B6E4-983AE54CC292}" srcOrd="0" destOrd="0" presId="urn:microsoft.com/office/officeart/2018/2/layout/IconVerticalSolidList"/>
    <dgm:cxn modelId="{8FC85015-5347-406B-982A-E91EC6E6788F}" type="presParOf" srcId="{1330AD07-28C4-480A-BFF5-D7E638E88E7B}" destId="{3180ECA1-1FE6-4F94-BB20-E2F35DAF3609}" srcOrd="1" destOrd="0" presId="urn:microsoft.com/office/officeart/2018/2/layout/IconVerticalSolidList"/>
    <dgm:cxn modelId="{C8B89F20-CC4A-4BEF-B81A-DC17D492461B}" type="presParOf" srcId="{1330AD07-28C4-480A-BFF5-D7E638E88E7B}" destId="{7544569E-1674-44C6-BD01-45CAE2C97901}" srcOrd="2" destOrd="0" presId="urn:microsoft.com/office/officeart/2018/2/layout/IconVerticalSolidList"/>
    <dgm:cxn modelId="{B1964282-1956-40DF-933D-CEFC4D990DBF}" type="presParOf" srcId="{1330AD07-28C4-480A-BFF5-D7E638E88E7B}" destId="{950D2F53-DE2D-4755-B5B3-05DA8282F8E8}" srcOrd="3" destOrd="0" presId="urn:microsoft.com/office/officeart/2018/2/layout/IconVerticalSolidList"/>
    <dgm:cxn modelId="{791F5E48-2DFF-451A-9946-FEE52A18A45F}" type="presParOf" srcId="{440AD989-B61E-45ED-9BED-50F752D76AA9}" destId="{D408BA03-EA9C-482A-8233-87896473DA5A}" srcOrd="3" destOrd="0" presId="urn:microsoft.com/office/officeart/2018/2/layout/IconVerticalSolidList"/>
    <dgm:cxn modelId="{F4D50C3E-F35B-4A5D-80A1-91495C5A73AF}" type="presParOf" srcId="{440AD989-B61E-45ED-9BED-50F752D76AA9}" destId="{F550FD8F-EF04-4903-AEE6-201CCA8B4AAE}" srcOrd="4" destOrd="0" presId="urn:microsoft.com/office/officeart/2018/2/layout/IconVerticalSolidList"/>
    <dgm:cxn modelId="{D9A8BB9B-C2DD-4789-9925-3EC460B4C715}" type="presParOf" srcId="{F550FD8F-EF04-4903-AEE6-201CCA8B4AAE}" destId="{80C71241-56BB-4FB3-86E2-6B3EE49E1186}" srcOrd="0" destOrd="0" presId="urn:microsoft.com/office/officeart/2018/2/layout/IconVerticalSolidList"/>
    <dgm:cxn modelId="{CF0445D5-55DF-42F9-AE78-894E43185A70}" type="presParOf" srcId="{F550FD8F-EF04-4903-AEE6-201CCA8B4AAE}" destId="{D9D400CC-179F-47B1-8D30-297B403162A3}" srcOrd="1" destOrd="0" presId="urn:microsoft.com/office/officeart/2018/2/layout/IconVerticalSolidList"/>
    <dgm:cxn modelId="{A3449DD6-D0CC-42D5-AAC2-1EDACD498C41}" type="presParOf" srcId="{F550FD8F-EF04-4903-AEE6-201CCA8B4AAE}" destId="{45BECFC3-4D08-48AB-AC20-EC6F925E81F6}" srcOrd="2" destOrd="0" presId="urn:microsoft.com/office/officeart/2018/2/layout/IconVerticalSolidList"/>
    <dgm:cxn modelId="{C21EE98A-23A4-4C7C-B464-CDE9184564B8}" type="presParOf" srcId="{F550FD8F-EF04-4903-AEE6-201CCA8B4AAE}" destId="{B323FF7A-A195-4B31-B636-1AE9FDF495AE}" srcOrd="3" destOrd="0" presId="urn:microsoft.com/office/officeart/2018/2/layout/IconVerticalSolidList"/>
    <dgm:cxn modelId="{E327C1EF-2D64-4C10-BE71-BE3A48A3DBC3}" type="presParOf" srcId="{440AD989-B61E-45ED-9BED-50F752D76AA9}" destId="{1A6D5A10-6354-4B14-8ABC-508C70286F73}" srcOrd="5" destOrd="0" presId="urn:microsoft.com/office/officeart/2018/2/layout/IconVerticalSolidList"/>
    <dgm:cxn modelId="{4E5D09AD-F1E1-427E-AEDF-97C1DDB410FD}" type="presParOf" srcId="{440AD989-B61E-45ED-9BED-50F752D76AA9}" destId="{9BCBC04C-D4F6-49B6-B4F2-6E57CE992A15}" srcOrd="6" destOrd="0" presId="urn:microsoft.com/office/officeart/2018/2/layout/IconVerticalSolidList"/>
    <dgm:cxn modelId="{4F73D5CD-BA32-43ED-B930-201E41EAB323}" type="presParOf" srcId="{9BCBC04C-D4F6-49B6-B4F2-6E57CE992A15}" destId="{09052C0D-4154-44CF-BF6A-E8FF9FBDDD30}" srcOrd="0" destOrd="0" presId="urn:microsoft.com/office/officeart/2018/2/layout/IconVerticalSolidList"/>
    <dgm:cxn modelId="{636DEDEE-B0CC-448F-BA26-3FDCB6B8B926}" type="presParOf" srcId="{9BCBC04C-D4F6-49B6-B4F2-6E57CE992A15}" destId="{49223BC8-DDF2-4C4D-A477-0F787233A7ED}" srcOrd="1" destOrd="0" presId="urn:microsoft.com/office/officeart/2018/2/layout/IconVerticalSolidList"/>
    <dgm:cxn modelId="{3DEE3A03-4514-439C-9E33-C6A64537FD2E}" type="presParOf" srcId="{9BCBC04C-D4F6-49B6-B4F2-6E57CE992A15}" destId="{E2895A8D-B15A-4714-89A8-1AEE480B5F05}" srcOrd="2" destOrd="0" presId="urn:microsoft.com/office/officeart/2018/2/layout/IconVerticalSolidList"/>
    <dgm:cxn modelId="{2D5AD442-FFE8-4B60-8253-0D733B11B642}" type="presParOf" srcId="{9BCBC04C-D4F6-49B6-B4F2-6E57CE992A15}" destId="{23BE1966-2CFA-4C66-A8DB-DBD9EF6CAB2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C8C59F2-F57F-4A70-ADFF-480C3B9B434C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04383FC7-FA0A-488C-8868-38E4E2CA192C}">
      <dgm:prSet/>
      <dgm:spPr/>
      <dgm:t>
        <a:bodyPr/>
        <a:lstStyle/>
        <a:p>
          <a:r>
            <a:rPr lang="en-US"/>
            <a:t>Large interconnected systems used by organizations</a:t>
          </a:r>
        </a:p>
      </dgm:t>
    </dgm:pt>
    <dgm:pt modelId="{47A542B7-4311-4296-9324-7D9F7D6D2314}" type="parTrans" cxnId="{845DE676-8F56-44F5-8A83-43680C101EB6}">
      <dgm:prSet/>
      <dgm:spPr/>
      <dgm:t>
        <a:bodyPr/>
        <a:lstStyle/>
        <a:p>
          <a:endParaRPr lang="en-US"/>
        </a:p>
      </dgm:t>
    </dgm:pt>
    <dgm:pt modelId="{4EEE2495-6AFC-47C9-93F0-2EE65A372465}" type="sibTrans" cxnId="{845DE676-8F56-44F5-8A83-43680C101EB6}">
      <dgm:prSet/>
      <dgm:spPr/>
      <dgm:t>
        <a:bodyPr/>
        <a:lstStyle/>
        <a:p>
          <a:endParaRPr lang="en-US"/>
        </a:p>
      </dgm:t>
    </dgm:pt>
    <dgm:pt modelId="{7304C771-B5A6-46EE-AD66-AA4B6DFD54EC}">
      <dgm:prSet/>
      <dgm:spPr/>
      <dgm:t>
        <a:bodyPr/>
        <a:lstStyle/>
        <a:p>
          <a:r>
            <a:rPr lang="en-US"/>
            <a:t>Include networks, cloud platforms, IoT devices, and endpoints</a:t>
          </a:r>
        </a:p>
      </dgm:t>
    </dgm:pt>
    <dgm:pt modelId="{2A602ADC-820B-4E32-8F61-DD164A506553}" type="parTrans" cxnId="{49C43D94-C3C1-44F7-8A69-7B811E8C13B0}">
      <dgm:prSet/>
      <dgm:spPr/>
      <dgm:t>
        <a:bodyPr/>
        <a:lstStyle/>
        <a:p>
          <a:endParaRPr lang="en-US"/>
        </a:p>
      </dgm:t>
    </dgm:pt>
    <dgm:pt modelId="{E605AA12-7E41-4C28-A58B-CE03CFD9B5EC}" type="sibTrans" cxnId="{49C43D94-C3C1-44F7-8A69-7B811E8C13B0}">
      <dgm:prSet/>
      <dgm:spPr/>
      <dgm:t>
        <a:bodyPr/>
        <a:lstStyle/>
        <a:p>
          <a:endParaRPr lang="en-US"/>
        </a:p>
      </dgm:t>
    </dgm:pt>
    <dgm:pt modelId="{ECF5D603-00D1-4E69-9C33-40C7F4EB2B4E}">
      <dgm:prSet/>
      <dgm:spPr/>
      <dgm:t>
        <a:bodyPr/>
        <a:lstStyle/>
        <a:p>
          <a:r>
            <a:rPr lang="en-US"/>
            <a:t>Store sensitive data and support daily operations</a:t>
          </a:r>
        </a:p>
      </dgm:t>
    </dgm:pt>
    <dgm:pt modelId="{359EEF74-46EE-4AE8-9DDB-213E6BB1ED9E}" type="parTrans" cxnId="{6CCB99C0-850F-47F0-99CF-F43DFD2D6039}">
      <dgm:prSet/>
      <dgm:spPr/>
      <dgm:t>
        <a:bodyPr/>
        <a:lstStyle/>
        <a:p>
          <a:endParaRPr lang="en-US"/>
        </a:p>
      </dgm:t>
    </dgm:pt>
    <dgm:pt modelId="{781E46F6-EF8F-4A9B-80CE-B9C4695BFBA6}" type="sibTrans" cxnId="{6CCB99C0-850F-47F0-99CF-F43DFD2D6039}">
      <dgm:prSet/>
      <dgm:spPr/>
      <dgm:t>
        <a:bodyPr/>
        <a:lstStyle/>
        <a:p>
          <a:endParaRPr lang="en-US"/>
        </a:p>
      </dgm:t>
    </dgm:pt>
    <dgm:pt modelId="{F0863FBA-B06E-4031-8D77-59F0B36419F7}">
      <dgm:prSet/>
      <dgm:spPr/>
      <dgm:t>
        <a:bodyPr/>
        <a:lstStyle/>
        <a:p>
          <a:r>
            <a:rPr lang="en-US"/>
            <a:t>Highly targeted due to value and system complexity</a:t>
          </a:r>
        </a:p>
      </dgm:t>
    </dgm:pt>
    <dgm:pt modelId="{30FCD0C5-93B5-41FF-8B4E-4B3013701A7E}" type="parTrans" cxnId="{FB6FC095-CF02-45E7-BB25-0BB495201E4D}">
      <dgm:prSet/>
      <dgm:spPr/>
      <dgm:t>
        <a:bodyPr/>
        <a:lstStyle/>
        <a:p>
          <a:endParaRPr lang="en-US"/>
        </a:p>
      </dgm:t>
    </dgm:pt>
    <dgm:pt modelId="{EF9F2DBA-EBFC-4A3C-AED1-5C37349B2CDB}" type="sibTrans" cxnId="{FB6FC095-CF02-45E7-BB25-0BB495201E4D}">
      <dgm:prSet/>
      <dgm:spPr/>
      <dgm:t>
        <a:bodyPr/>
        <a:lstStyle/>
        <a:p>
          <a:endParaRPr lang="en-US"/>
        </a:p>
      </dgm:t>
    </dgm:pt>
    <dgm:pt modelId="{DBBCD996-FAF7-447C-8277-CBE0B80E7A3A}" type="pres">
      <dgm:prSet presAssocID="{0C8C59F2-F57F-4A70-ADFF-480C3B9B434C}" presName="root" presStyleCnt="0">
        <dgm:presLayoutVars>
          <dgm:dir/>
          <dgm:resizeHandles val="exact"/>
        </dgm:presLayoutVars>
      </dgm:prSet>
      <dgm:spPr/>
    </dgm:pt>
    <dgm:pt modelId="{82AC69E6-BC09-4793-B51B-D2D66D5DB9FD}" type="pres">
      <dgm:prSet presAssocID="{04383FC7-FA0A-488C-8868-38E4E2CA192C}" presName="compNode" presStyleCnt="0"/>
      <dgm:spPr/>
    </dgm:pt>
    <dgm:pt modelId="{13FE2BEF-1B45-4D86-961B-A5FBFDE8DF78}" type="pres">
      <dgm:prSet presAssocID="{04383FC7-FA0A-488C-8868-38E4E2CA192C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"/>
        </a:ext>
      </dgm:extLst>
    </dgm:pt>
    <dgm:pt modelId="{5921101D-119C-442C-B3A8-97A08B6DCFAA}" type="pres">
      <dgm:prSet presAssocID="{04383FC7-FA0A-488C-8868-38E4E2CA192C}" presName="spaceRect" presStyleCnt="0"/>
      <dgm:spPr/>
    </dgm:pt>
    <dgm:pt modelId="{7B3BB1B1-52CE-4B4D-9BD3-C6354FC7CDC7}" type="pres">
      <dgm:prSet presAssocID="{04383FC7-FA0A-488C-8868-38E4E2CA192C}" presName="textRect" presStyleLbl="revTx" presStyleIdx="0" presStyleCnt="4">
        <dgm:presLayoutVars>
          <dgm:chMax val="1"/>
          <dgm:chPref val="1"/>
        </dgm:presLayoutVars>
      </dgm:prSet>
      <dgm:spPr/>
    </dgm:pt>
    <dgm:pt modelId="{2321FFFD-6C97-4146-9CA2-E089EBA9EA6A}" type="pres">
      <dgm:prSet presAssocID="{4EEE2495-6AFC-47C9-93F0-2EE65A372465}" presName="sibTrans" presStyleCnt="0"/>
      <dgm:spPr/>
    </dgm:pt>
    <dgm:pt modelId="{FB6984BB-83DB-46C6-BB59-08BE4A884022}" type="pres">
      <dgm:prSet presAssocID="{7304C771-B5A6-46EE-AD66-AA4B6DFD54EC}" presName="compNode" presStyleCnt="0"/>
      <dgm:spPr/>
    </dgm:pt>
    <dgm:pt modelId="{32805EAB-0C19-424C-A74D-C175B07F01CA}" type="pres">
      <dgm:prSet presAssocID="{7304C771-B5A6-46EE-AD66-AA4B6DFD54EC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5D9F6567-21C6-48F9-A8DF-DFACD5FACC8B}" type="pres">
      <dgm:prSet presAssocID="{7304C771-B5A6-46EE-AD66-AA4B6DFD54EC}" presName="spaceRect" presStyleCnt="0"/>
      <dgm:spPr/>
    </dgm:pt>
    <dgm:pt modelId="{997EA20B-6568-4CC4-B230-3D494803EDB8}" type="pres">
      <dgm:prSet presAssocID="{7304C771-B5A6-46EE-AD66-AA4B6DFD54EC}" presName="textRect" presStyleLbl="revTx" presStyleIdx="1" presStyleCnt="4">
        <dgm:presLayoutVars>
          <dgm:chMax val="1"/>
          <dgm:chPref val="1"/>
        </dgm:presLayoutVars>
      </dgm:prSet>
      <dgm:spPr/>
    </dgm:pt>
    <dgm:pt modelId="{0B5E0C08-C801-4933-9212-C9EE55DD5416}" type="pres">
      <dgm:prSet presAssocID="{E605AA12-7E41-4C28-A58B-CE03CFD9B5EC}" presName="sibTrans" presStyleCnt="0"/>
      <dgm:spPr/>
    </dgm:pt>
    <dgm:pt modelId="{D76B635E-700E-4A37-9EFB-08E8F7531DE5}" type="pres">
      <dgm:prSet presAssocID="{ECF5D603-00D1-4E69-9C33-40C7F4EB2B4E}" presName="compNode" presStyleCnt="0"/>
      <dgm:spPr/>
    </dgm:pt>
    <dgm:pt modelId="{01A8C99D-A12B-4E29-BE8C-762A37FF9D46}" type="pres">
      <dgm:prSet presAssocID="{ECF5D603-00D1-4E69-9C33-40C7F4EB2B4E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FB08C66D-80C3-46EA-8A2E-24DE641A3D24}" type="pres">
      <dgm:prSet presAssocID="{ECF5D603-00D1-4E69-9C33-40C7F4EB2B4E}" presName="spaceRect" presStyleCnt="0"/>
      <dgm:spPr/>
    </dgm:pt>
    <dgm:pt modelId="{BA358EDC-A9DD-4E1B-A778-C734AAEDA82F}" type="pres">
      <dgm:prSet presAssocID="{ECF5D603-00D1-4E69-9C33-40C7F4EB2B4E}" presName="textRect" presStyleLbl="revTx" presStyleIdx="2" presStyleCnt="4">
        <dgm:presLayoutVars>
          <dgm:chMax val="1"/>
          <dgm:chPref val="1"/>
        </dgm:presLayoutVars>
      </dgm:prSet>
      <dgm:spPr/>
    </dgm:pt>
    <dgm:pt modelId="{06810DD2-2A5D-4FB6-9BB0-EDA21302F0B9}" type="pres">
      <dgm:prSet presAssocID="{781E46F6-EF8F-4A9B-80CE-B9C4695BFBA6}" presName="sibTrans" presStyleCnt="0"/>
      <dgm:spPr/>
    </dgm:pt>
    <dgm:pt modelId="{C3D9C2C5-A107-4722-8D85-44E92CEE4E96}" type="pres">
      <dgm:prSet presAssocID="{F0863FBA-B06E-4031-8D77-59F0B36419F7}" presName="compNode" presStyleCnt="0"/>
      <dgm:spPr/>
    </dgm:pt>
    <dgm:pt modelId="{53A4AA7E-1815-4448-8610-1B47339F071B}" type="pres">
      <dgm:prSet presAssocID="{F0863FBA-B06E-4031-8D77-59F0B36419F7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F1CB9178-CC0F-4C70-8616-16D6AD19B51C}" type="pres">
      <dgm:prSet presAssocID="{F0863FBA-B06E-4031-8D77-59F0B36419F7}" presName="spaceRect" presStyleCnt="0"/>
      <dgm:spPr/>
    </dgm:pt>
    <dgm:pt modelId="{A0781AB8-4096-4AA3-BC9D-7CE05C7E166A}" type="pres">
      <dgm:prSet presAssocID="{F0863FBA-B06E-4031-8D77-59F0B36419F7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13CE4F37-C7BD-41D0-9D1B-1724BFE540E8}" type="presOf" srcId="{7304C771-B5A6-46EE-AD66-AA4B6DFD54EC}" destId="{997EA20B-6568-4CC4-B230-3D494803EDB8}" srcOrd="0" destOrd="0" presId="urn:microsoft.com/office/officeart/2018/2/layout/IconLabelList"/>
    <dgm:cxn modelId="{845DE676-8F56-44F5-8A83-43680C101EB6}" srcId="{0C8C59F2-F57F-4A70-ADFF-480C3B9B434C}" destId="{04383FC7-FA0A-488C-8868-38E4E2CA192C}" srcOrd="0" destOrd="0" parTransId="{47A542B7-4311-4296-9324-7D9F7D6D2314}" sibTransId="{4EEE2495-6AFC-47C9-93F0-2EE65A372465}"/>
    <dgm:cxn modelId="{20B90094-F58D-482F-8AF2-0BDE08C2F3D3}" type="presOf" srcId="{F0863FBA-B06E-4031-8D77-59F0B36419F7}" destId="{A0781AB8-4096-4AA3-BC9D-7CE05C7E166A}" srcOrd="0" destOrd="0" presId="urn:microsoft.com/office/officeart/2018/2/layout/IconLabelList"/>
    <dgm:cxn modelId="{49C43D94-C3C1-44F7-8A69-7B811E8C13B0}" srcId="{0C8C59F2-F57F-4A70-ADFF-480C3B9B434C}" destId="{7304C771-B5A6-46EE-AD66-AA4B6DFD54EC}" srcOrd="1" destOrd="0" parTransId="{2A602ADC-820B-4E32-8F61-DD164A506553}" sibTransId="{E605AA12-7E41-4C28-A58B-CE03CFD9B5EC}"/>
    <dgm:cxn modelId="{FB6FC095-CF02-45E7-BB25-0BB495201E4D}" srcId="{0C8C59F2-F57F-4A70-ADFF-480C3B9B434C}" destId="{F0863FBA-B06E-4031-8D77-59F0B36419F7}" srcOrd="3" destOrd="0" parTransId="{30FCD0C5-93B5-41FF-8B4E-4B3013701A7E}" sibTransId="{EF9F2DBA-EBFC-4A3C-AED1-5C37349B2CDB}"/>
    <dgm:cxn modelId="{6CCB99C0-850F-47F0-99CF-F43DFD2D6039}" srcId="{0C8C59F2-F57F-4A70-ADFF-480C3B9B434C}" destId="{ECF5D603-00D1-4E69-9C33-40C7F4EB2B4E}" srcOrd="2" destOrd="0" parTransId="{359EEF74-46EE-4AE8-9DDB-213E6BB1ED9E}" sibTransId="{781E46F6-EF8F-4A9B-80CE-B9C4695BFBA6}"/>
    <dgm:cxn modelId="{8C9FE0CD-2768-4511-8463-6ED6784331DC}" type="presOf" srcId="{04383FC7-FA0A-488C-8868-38E4E2CA192C}" destId="{7B3BB1B1-52CE-4B4D-9BD3-C6354FC7CDC7}" srcOrd="0" destOrd="0" presId="urn:microsoft.com/office/officeart/2018/2/layout/IconLabelList"/>
    <dgm:cxn modelId="{D56BF8DD-A379-4AED-A838-B8C81938B726}" type="presOf" srcId="{0C8C59F2-F57F-4A70-ADFF-480C3B9B434C}" destId="{DBBCD996-FAF7-447C-8277-CBE0B80E7A3A}" srcOrd="0" destOrd="0" presId="urn:microsoft.com/office/officeart/2018/2/layout/IconLabelList"/>
    <dgm:cxn modelId="{50AF55F5-FD3F-4067-BBBA-30F2F8A5B1E5}" type="presOf" srcId="{ECF5D603-00D1-4E69-9C33-40C7F4EB2B4E}" destId="{BA358EDC-A9DD-4E1B-A778-C734AAEDA82F}" srcOrd="0" destOrd="0" presId="urn:microsoft.com/office/officeart/2018/2/layout/IconLabelList"/>
    <dgm:cxn modelId="{8720825F-8335-49EE-A176-A4E0EE7652BB}" type="presParOf" srcId="{DBBCD996-FAF7-447C-8277-CBE0B80E7A3A}" destId="{82AC69E6-BC09-4793-B51B-D2D66D5DB9FD}" srcOrd="0" destOrd="0" presId="urn:microsoft.com/office/officeart/2018/2/layout/IconLabelList"/>
    <dgm:cxn modelId="{16817A67-D7DA-4750-A044-F8B7BB669285}" type="presParOf" srcId="{82AC69E6-BC09-4793-B51B-D2D66D5DB9FD}" destId="{13FE2BEF-1B45-4D86-961B-A5FBFDE8DF78}" srcOrd="0" destOrd="0" presId="urn:microsoft.com/office/officeart/2018/2/layout/IconLabelList"/>
    <dgm:cxn modelId="{23F47487-0268-4E11-8B0B-62E6EF3F3109}" type="presParOf" srcId="{82AC69E6-BC09-4793-B51B-D2D66D5DB9FD}" destId="{5921101D-119C-442C-B3A8-97A08B6DCFAA}" srcOrd="1" destOrd="0" presId="urn:microsoft.com/office/officeart/2018/2/layout/IconLabelList"/>
    <dgm:cxn modelId="{3EAD7766-A2BD-469E-B5DD-2424A7648CC3}" type="presParOf" srcId="{82AC69E6-BC09-4793-B51B-D2D66D5DB9FD}" destId="{7B3BB1B1-52CE-4B4D-9BD3-C6354FC7CDC7}" srcOrd="2" destOrd="0" presId="urn:microsoft.com/office/officeart/2018/2/layout/IconLabelList"/>
    <dgm:cxn modelId="{8E9138FE-7ACC-4124-9A4C-B9A55DECA9EF}" type="presParOf" srcId="{DBBCD996-FAF7-447C-8277-CBE0B80E7A3A}" destId="{2321FFFD-6C97-4146-9CA2-E089EBA9EA6A}" srcOrd="1" destOrd="0" presId="urn:microsoft.com/office/officeart/2018/2/layout/IconLabelList"/>
    <dgm:cxn modelId="{469E18DA-8BAA-4054-B4E3-5E4BEE103451}" type="presParOf" srcId="{DBBCD996-FAF7-447C-8277-CBE0B80E7A3A}" destId="{FB6984BB-83DB-46C6-BB59-08BE4A884022}" srcOrd="2" destOrd="0" presId="urn:microsoft.com/office/officeart/2018/2/layout/IconLabelList"/>
    <dgm:cxn modelId="{53CEEA77-DC3B-4C12-894F-B3D48797ED4D}" type="presParOf" srcId="{FB6984BB-83DB-46C6-BB59-08BE4A884022}" destId="{32805EAB-0C19-424C-A74D-C175B07F01CA}" srcOrd="0" destOrd="0" presId="urn:microsoft.com/office/officeart/2018/2/layout/IconLabelList"/>
    <dgm:cxn modelId="{98FB1DA4-9CB9-40AE-8072-1BF90CD266A5}" type="presParOf" srcId="{FB6984BB-83DB-46C6-BB59-08BE4A884022}" destId="{5D9F6567-21C6-48F9-A8DF-DFACD5FACC8B}" srcOrd="1" destOrd="0" presId="urn:microsoft.com/office/officeart/2018/2/layout/IconLabelList"/>
    <dgm:cxn modelId="{F938C7A1-4BA7-495D-8F7A-A38317AE217C}" type="presParOf" srcId="{FB6984BB-83DB-46C6-BB59-08BE4A884022}" destId="{997EA20B-6568-4CC4-B230-3D494803EDB8}" srcOrd="2" destOrd="0" presId="urn:microsoft.com/office/officeart/2018/2/layout/IconLabelList"/>
    <dgm:cxn modelId="{2D51F2DC-F065-42DA-8993-54CADF9E2337}" type="presParOf" srcId="{DBBCD996-FAF7-447C-8277-CBE0B80E7A3A}" destId="{0B5E0C08-C801-4933-9212-C9EE55DD5416}" srcOrd="3" destOrd="0" presId="urn:microsoft.com/office/officeart/2018/2/layout/IconLabelList"/>
    <dgm:cxn modelId="{A003E058-D111-45F2-B86F-66EC81DDD5B7}" type="presParOf" srcId="{DBBCD996-FAF7-447C-8277-CBE0B80E7A3A}" destId="{D76B635E-700E-4A37-9EFB-08E8F7531DE5}" srcOrd="4" destOrd="0" presId="urn:microsoft.com/office/officeart/2018/2/layout/IconLabelList"/>
    <dgm:cxn modelId="{0276B227-BE75-47AD-8C58-D0D78183D095}" type="presParOf" srcId="{D76B635E-700E-4A37-9EFB-08E8F7531DE5}" destId="{01A8C99D-A12B-4E29-BE8C-762A37FF9D46}" srcOrd="0" destOrd="0" presId="urn:microsoft.com/office/officeart/2018/2/layout/IconLabelList"/>
    <dgm:cxn modelId="{5BCED23F-9C18-410A-9160-44B7A69558C2}" type="presParOf" srcId="{D76B635E-700E-4A37-9EFB-08E8F7531DE5}" destId="{FB08C66D-80C3-46EA-8A2E-24DE641A3D24}" srcOrd="1" destOrd="0" presId="urn:microsoft.com/office/officeart/2018/2/layout/IconLabelList"/>
    <dgm:cxn modelId="{3654B371-ED5C-460B-9F68-F51CEB09BD2B}" type="presParOf" srcId="{D76B635E-700E-4A37-9EFB-08E8F7531DE5}" destId="{BA358EDC-A9DD-4E1B-A778-C734AAEDA82F}" srcOrd="2" destOrd="0" presId="urn:microsoft.com/office/officeart/2018/2/layout/IconLabelList"/>
    <dgm:cxn modelId="{5FE6BB98-46BB-41A1-AD79-BEE9C8393B61}" type="presParOf" srcId="{DBBCD996-FAF7-447C-8277-CBE0B80E7A3A}" destId="{06810DD2-2A5D-4FB6-9BB0-EDA21302F0B9}" srcOrd="5" destOrd="0" presId="urn:microsoft.com/office/officeart/2018/2/layout/IconLabelList"/>
    <dgm:cxn modelId="{42AB9BA5-BCB0-44E4-9382-D4CA2A5DDD3B}" type="presParOf" srcId="{DBBCD996-FAF7-447C-8277-CBE0B80E7A3A}" destId="{C3D9C2C5-A107-4722-8D85-44E92CEE4E96}" srcOrd="6" destOrd="0" presId="urn:microsoft.com/office/officeart/2018/2/layout/IconLabelList"/>
    <dgm:cxn modelId="{563AE2B2-B040-44D7-A306-3B39C0AA4E02}" type="presParOf" srcId="{C3D9C2C5-A107-4722-8D85-44E92CEE4E96}" destId="{53A4AA7E-1815-4448-8610-1B47339F071B}" srcOrd="0" destOrd="0" presId="urn:microsoft.com/office/officeart/2018/2/layout/IconLabelList"/>
    <dgm:cxn modelId="{311DB605-E1E8-42F0-8556-DD64FF86A204}" type="presParOf" srcId="{C3D9C2C5-A107-4722-8D85-44E92CEE4E96}" destId="{F1CB9178-CC0F-4C70-8616-16D6AD19B51C}" srcOrd="1" destOrd="0" presId="urn:microsoft.com/office/officeart/2018/2/layout/IconLabelList"/>
    <dgm:cxn modelId="{A084C646-88F1-4862-9A71-5987DBBC623B}" type="presParOf" srcId="{C3D9C2C5-A107-4722-8D85-44E92CEE4E96}" destId="{A0781AB8-4096-4AA3-BC9D-7CE05C7E166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34F1FB5-9C9B-4645-93C8-3D6F87D881C5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65E10E42-3DCC-4A8F-9521-FED2AF6BB7EF}">
      <dgm:prSet/>
      <dgm:spPr/>
      <dgm:t>
        <a:bodyPr/>
        <a:lstStyle/>
        <a:p>
          <a:r>
            <a:rPr lang="en-US"/>
            <a:t>Random Forest for classification and decision-making</a:t>
          </a:r>
        </a:p>
      </dgm:t>
    </dgm:pt>
    <dgm:pt modelId="{98289639-DFE7-49BC-A5D1-40409EEA1746}" type="parTrans" cxnId="{AF20061F-304A-453E-8899-FAE5E9D86F37}">
      <dgm:prSet/>
      <dgm:spPr/>
      <dgm:t>
        <a:bodyPr/>
        <a:lstStyle/>
        <a:p>
          <a:endParaRPr lang="en-US"/>
        </a:p>
      </dgm:t>
    </dgm:pt>
    <dgm:pt modelId="{B4BBC781-5357-4AE6-9F22-59EC543FD176}" type="sibTrans" cxnId="{AF20061F-304A-453E-8899-FAE5E9D86F37}">
      <dgm:prSet/>
      <dgm:spPr/>
      <dgm:t>
        <a:bodyPr/>
        <a:lstStyle/>
        <a:p>
          <a:endParaRPr lang="en-US"/>
        </a:p>
      </dgm:t>
    </dgm:pt>
    <dgm:pt modelId="{FC5F231B-3F77-4820-981E-D53A5B046083}">
      <dgm:prSet/>
      <dgm:spPr/>
      <dgm:t>
        <a:bodyPr/>
        <a:lstStyle/>
        <a:p>
          <a:r>
            <a:rPr lang="en-US"/>
            <a:t>Support Vector Machines for separating data patterns</a:t>
          </a:r>
        </a:p>
      </dgm:t>
    </dgm:pt>
    <dgm:pt modelId="{B9222B29-3DE5-439F-B623-6912F27EDE7D}" type="parTrans" cxnId="{2167ABA9-E946-4657-9BCB-660C22E50E44}">
      <dgm:prSet/>
      <dgm:spPr/>
      <dgm:t>
        <a:bodyPr/>
        <a:lstStyle/>
        <a:p>
          <a:endParaRPr lang="en-US"/>
        </a:p>
      </dgm:t>
    </dgm:pt>
    <dgm:pt modelId="{B1D91987-4BC7-4E58-B35F-2351A2609A77}" type="sibTrans" cxnId="{2167ABA9-E946-4657-9BCB-660C22E50E44}">
      <dgm:prSet/>
      <dgm:spPr/>
      <dgm:t>
        <a:bodyPr/>
        <a:lstStyle/>
        <a:p>
          <a:endParaRPr lang="en-US"/>
        </a:p>
      </dgm:t>
    </dgm:pt>
    <dgm:pt modelId="{7BCDFF86-8294-41EE-BE58-617D03110B8D}">
      <dgm:prSet/>
      <dgm:spPr/>
      <dgm:t>
        <a:bodyPr/>
        <a:lstStyle/>
        <a:p>
          <a:r>
            <a:rPr lang="en-US"/>
            <a:t>Neural networks for detecting complex relationships</a:t>
          </a:r>
        </a:p>
      </dgm:t>
    </dgm:pt>
    <dgm:pt modelId="{A030CEC6-B959-4056-9C97-A26A7F386D42}" type="parTrans" cxnId="{8AE7F18A-2C63-4B53-91D0-84AD51227788}">
      <dgm:prSet/>
      <dgm:spPr/>
      <dgm:t>
        <a:bodyPr/>
        <a:lstStyle/>
        <a:p>
          <a:endParaRPr lang="en-US"/>
        </a:p>
      </dgm:t>
    </dgm:pt>
    <dgm:pt modelId="{95BD99ED-CDC3-484C-B6DB-8CAF65DDD721}" type="sibTrans" cxnId="{8AE7F18A-2C63-4B53-91D0-84AD51227788}">
      <dgm:prSet/>
      <dgm:spPr/>
      <dgm:t>
        <a:bodyPr/>
        <a:lstStyle/>
        <a:p>
          <a:endParaRPr lang="en-US"/>
        </a:p>
      </dgm:t>
    </dgm:pt>
    <dgm:pt modelId="{282FA6B8-13E0-4FB1-9363-2BDDB0F3A264}">
      <dgm:prSet/>
      <dgm:spPr/>
      <dgm:t>
        <a:bodyPr/>
        <a:lstStyle/>
        <a:p>
          <a:r>
            <a:rPr lang="en-US"/>
            <a:t>Gradient boosting for improving model accuracy</a:t>
          </a:r>
        </a:p>
      </dgm:t>
    </dgm:pt>
    <dgm:pt modelId="{348318A4-0097-4A2C-8AFA-870ED7BB9EA4}" type="parTrans" cxnId="{1C55AE4F-83A1-47D1-8577-D4CB6C941130}">
      <dgm:prSet/>
      <dgm:spPr/>
      <dgm:t>
        <a:bodyPr/>
        <a:lstStyle/>
        <a:p>
          <a:endParaRPr lang="en-US"/>
        </a:p>
      </dgm:t>
    </dgm:pt>
    <dgm:pt modelId="{E6D12DDC-F6B6-4BDD-87CB-B656A8ECCECA}" type="sibTrans" cxnId="{1C55AE4F-83A1-47D1-8577-D4CB6C941130}">
      <dgm:prSet/>
      <dgm:spPr/>
      <dgm:t>
        <a:bodyPr/>
        <a:lstStyle/>
        <a:p>
          <a:endParaRPr lang="en-US"/>
        </a:p>
      </dgm:t>
    </dgm:pt>
    <dgm:pt modelId="{0AC37C48-EEA4-4371-BA1F-399640A01440}" type="pres">
      <dgm:prSet presAssocID="{134F1FB5-9C9B-4645-93C8-3D6F87D881C5}" presName="root" presStyleCnt="0">
        <dgm:presLayoutVars>
          <dgm:dir/>
          <dgm:resizeHandles val="exact"/>
        </dgm:presLayoutVars>
      </dgm:prSet>
      <dgm:spPr/>
    </dgm:pt>
    <dgm:pt modelId="{FC14B2E9-62EA-4CB7-A0C1-8A4034265ED8}" type="pres">
      <dgm:prSet presAssocID="{134F1FB5-9C9B-4645-93C8-3D6F87D881C5}" presName="container" presStyleCnt="0">
        <dgm:presLayoutVars>
          <dgm:dir/>
          <dgm:resizeHandles val="exact"/>
        </dgm:presLayoutVars>
      </dgm:prSet>
      <dgm:spPr/>
    </dgm:pt>
    <dgm:pt modelId="{DFC8A040-FFD0-4C80-8B2D-F392C6314369}" type="pres">
      <dgm:prSet presAssocID="{65E10E42-3DCC-4A8F-9521-FED2AF6BB7EF}" presName="compNode" presStyleCnt="0"/>
      <dgm:spPr/>
    </dgm:pt>
    <dgm:pt modelId="{A9AD7B1E-72E5-4A81-B833-59ED2E96B143}" type="pres">
      <dgm:prSet presAssocID="{65E10E42-3DCC-4A8F-9521-FED2AF6BB7EF}" presName="iconBgRect" presStyleLbl="bgShp" presStyleIdx="0" presStyleCnt="4"/>
      <dgm:spPr/>
    </dgm:pt>
    <dgm:pt modelId="{C9515E4A-32A5-492C-AD7B-F442FEED10C1}" type="pres">
      <dgm:prSet presAssocID="{65E10E42-3DCC-4A8F-9521-FED2AF6BB7EF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rest scene"/>
        </a:ext>
      </dgm:extLst>
    </dgm:pt>
    <dgm:pt modelId="{51B2AB9D-E653-4891-B9D5-71905378BA44}" type="pres">
      <dgm:prSet presAssocID="{65E10E42-3DCC-4A8F-9521-FED2AF6BB7EF}" presName="spaceRect" presStyleCnt="0"/>
      <dgm:spPr/>
    </dgm:pt>
    <dgm:pt modelId="{44E29936-98F1-4892-9924-4A924C978895}" type="pres">
      <dgm:prSet presAssocID="{65E10E42-3DCC-4A8F-9521-FED2AF6BB7EF}" presName="textRect" presStyleLbl="revTx" presStyleIdx="0" presStyleCnt="4">
        <dgm:presLayoutVars>
          <dgm:chMax val="1"/>
          <dgm:chPref val="1"/>
        </dgm:presLayoutVars>
      </dgm:prSet>
      <dgm:spPr/>
    </dgm:pt>
    <dgm:pt modelId="{F659DCE9-DDD5-444A-8800-FA6626675316}" type="pres">
      <dgm:prSet presAssocID="{B4BBC781-5357-4AE6-9F22-59EC543FD176}" presName="sibTrans" presStyleLbl="sibTrans2D1" presStyleIdx="0" presStyleCnt="0"/>
      <dgm:spPr/>
    </dgm:pt>
    <dgm:pt modelId="{B05962BE-C755-4984-8C6B-F4AB7D82500C}" type="pres">
      <dgm:prSet presAssocID="{FC5F231B-3F77-4820-981E-D53A5B046083}" presName="compNode" presStyleCnt="0"/>
      <dgm:spPr/>
    </dgm:pt>
    <dgm:pt modelId="{6B87F925-3464-426C-B1D4-09E22035DA06}" type="pres">
      <dgm:prSet presAssocID="{FC5F231B-3F77-4820-981E-D53A5B046083}" presName="iconBgRect" presStyleLbl="bgShp" presStyleIdx="1" presStyleCnt="4"/>
      <dgm:spPr/>
    </dgm:pt>
    <dgm:pt modelId="{CA6E41A4-B901-40E2-9C86-40E98401A7F0}" type="pres">
      <dgm:prSet presAssocID="{FC5F231B-3F77-4820-981E-D53A5B046083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08002433-7E87-4C40-9803-AA45411984CC}" type="pres">
      <dgm:prSet presAssocID="{FC5F231B-3F77-4820-981E-D53A5B046083}" presName="spaceRect" presStyleCnt="0"/>
      <dgm:spPr/>
    </dgm:pt>
    <dgm:pt modelId="{399901CE-6B18-40A3-AE7F-239A2001DEA1}" type="pres">
      <dgm:prSet presAssocID="{FC5F231B-3F77-4820-981E-D53A5B046083}" presName="textRect" presStyleLbl="revTx" presStyleIdx="1" presStyleCnt="4">
        <dgm:presLayoutVars>
          <dgm:chMax val="1"/>
          <dgm:chPref val="1"/>
        </dgm:presLayoutVars>
      </dgm:prSet>
      <dgm:spPr/>
    </dgm:pt>
    <dgm:pt modelId="{823C6315-80C9-4F8F-88AD-1BDDED947FC6}" type="pres">
      <dgm:prSet presAssocID="{B1D91987-4BC7-4E58-B35F-2351A2609A77}" presName="sibTrans" presStyleLbl="sibTrans2D1" presStyleIdx="0" presStyleCnt="0"/>
      <dgm:spPr/>
    </dgm:pt>
    <dgm:pt modelId="{2D561146-A66A-412D-84E0-E4F8E090EB2D}" type="pres">
      <dgm:prSet presAssocID="{7BCDFF86-8294-41EE-BE58-617D03110B8D}" presName="compNode" presStyleCnt="0"/>
      <dgm:spPr/>
    </dgm:pt>
    <dgm:pt modelId="{5DDE5F7D-4FF0-433F-AD2F-5D848242DBDC}" type="pres">
      <dgm:prSet presAssocID="{7BCDFF86-8294-41EE-BE58-617D03110B8D}" presName="iconBgRect" presStyleLbl="bgShp" presStyleIdx="2" presStyleCnt="4"/>
      <dgm:spPr/>
    </dgm:pt>
    <dgm:pt modelId="{F8FE1FDC-55E7-4E7A-922E-6638E9761ED0}" type="pres">
      <dgm:prSet presAssocID="{7BCDFF86-8294-41EE-BE58-617D03110B8D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"/>
        </a:ext>
      </dgm:extLst>
    </dgm:pt>
    <dgm:pt modelId="{499E91BC-5B7D-474E-A6C5-5CB3F9726FC9}" type="pres">
      <dgm:prSet presAssocID="{7BCDFF86-8294-41EE-BE58-617D03110B8D}" presName="spaceRect" presStyleCnt="0"/>
      <dgm:spPr/>
    </dgm:pt>
    <dgm:pt modelId="{1E233063-E158-48FC-9406-FC360898A82C}" type="pres">
      <dgm:prSet presAssocID="{7BCDFF86-8294-41EE-BE58-617D03110B8D}" presName="textRect" presStyleLbl="revTx" presStyleIdx="2" presStyleCnt="4">
        <dgm:presLayoutVars>
          <dgm:chMax val="1"/>
          <dgm:chPref val="1"/>
        </dgm:presLayoutVars>
      </dgm:prSet>
      <dgm:spPr/>
    </dgm:pt>
    <dgm:pt modelId="{9F5B3F8C-9886-40B2-9AB3-B82654304032}" type="pres">
      <dgm:prSet presAssocID="{95BD99ED-CDC3-484C-B6DB-8CAF65DDD721}" presName="sibTrans" presStyleLbl="sibTrans2D1" presStyleIdx="0" presStyleCnt="0"/>
      <dgm:spPr/>
    </dgm:pt>
    <dgm:pt modelId="{3AC115D1-9D5B-48AC-A516-CFC6C68DD893}" type="pres">
      <dgm:prSet presAssocID="{282FA6B8-13E0-4FB1-9363-2BDDB0F3A264}" presName="compNode" presStyleCnt="0"/>
      <dgm:spPr/>
    </dgm:pt>
    <dgm:pt modelId="{9EEA4511-D662-4171-9968-599E332AD3F6}" type="pres">
      <dgm:prSet presAssocID="{282FA6B8-13E0-4FB1-9363-2BDDB0F3A264}" presName="iconBgRect" presStyleLbl="bgShp" presStyleIdx="3" presStyleCnt="4"/>
      <dgm:spPr/>
    </dgm:pt>
    <dgm:pt modelId="{F1D410B9-B4DD-475B-A4E2-26380066EEEF}" type="pres">
      <dgm:prSet presAssocID="{282FA6B8-13E0-4FB1-9363-2BDDB0F3A264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C36A357D-65B1-4427-BA5E-A4C0BC8E24FE}" type="pres">
      <dgm:prSet presAssocID="{282FA6B8-13E0-4FB1-9363-2BDDB0F3A264}" presName="spaceRect" presStyleCnt="0"/>
      <dgm:spPr/>
    </dgm:pt>
    <dgm:pt modelId="{B27EC3EE-5BE5-428D-878D-BCB3170F4952}" type="pres">
      <dgm:prSet presAssocID="{282FA6B8-13E0-4FB1-9363-2BDDB0F3A26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E370408-ACD1-4829-9C06-E990EE566D6F}" type="presOf" srcId="{282FA6B8-13E0-4FB1-9363-2BDDB0F3A264}" destId="{B27EC3EE-5BE5-428D-878D-BCB3170F4952}" srcOrd="0" destOrd="0" presId="urn:microsoft.com/office/officeart/2018/2/layout/IconCircleList"/>
    <dgm:cxn modelId="{AF20061F-304A-453E-8899-FAE5E9D86F37}" srcId="{134F1FB5-9C9B-4645-93C8-3D6F87D881C5}" destId="{65E10E42-3DCC-4A8F-9521-FED2AF6BB7EF}" srcOrd="0" destOrd="0" parTransId="{98289639-DFE7-49BC-A5D1-40409EEA1746}" sibTransId="{B4BBC781-5357-4AE6-9F22-59EC543FD176}"/>
    <dgm:cxn modelId="{3664F222-D6CC-4EC6-BDF4-02DD079692EB}" type="presOf" srcId="{B4BBC781-5357-4AE6-9F22-59EC543FD176}" destId="{F659DCE9-DDD5-444A-8800-FA6626675316}" srcOrd="0" destOrd="0" presId="urn:microsoft.com/office/officeart/2018/2/layout/IconCircleList"/>
    <dgm:cxn modelId="{4DE02C3A-7F75-43D2-BD97-BB9E91363FF1}" type="presOf" srcId="{FC5F231B-3F77-4820-981E-D53A5B046083}" destId="{399901CE-6B18-40A3-AE7F-239A2001DEA1}" srcOrd="0" destOrd="0" presId="urn:microsoft.com/office/officeart/2018/2/layout/IconCircleList"/>
    <dgm:cxn modelId="{1C55AE4F-83A1-47D1-8577-D4CB6C941130}" srcId="{134F1FB5-9C9B-4645-93C8-3D6F87D881C5}" destId="{282FA6B8-13E0-4FB1-9363-2BDDB0F3A264}" srcOrd="3" destOrd="0" parTransId="{348318A4-0097-4A2C-8AFA-870ED7BB9EA4}" sibTransId="{E6D12DDC-F6B6-4BDD-87CB-B656A8ECCECA}"/>
    <dgm:cxn modelId="{D2CE4C72-5D0E-4E92-A3FA-DEAE6284439B}" type="presOf" srcId="{95BD99ED-CDC3-484C-B6DB-8CAF65DDD721}" destId="{9F5B3F8C-9886-40B2-9AB3-B82654304032}" srcOrd="0" destOrd="0" presId="urn:microsoft.com/office/officeart/2018/2/layout/IconCircleList"/>
    <dgm:cxn modelId="{11E1F277-5857-4FB3-9186-3612BA26E5D8}" type="presOf" srcId="{65E10E42-3DCC-4A8F-9521-FED2AF6BB7EF}" destId="{44E29936-98F1-4892-9924-4A924C978895}" srcOrd="0" destOrd="0" presId="urn:microsoft.com/office/officeart/2018/2/layout/IconCircleList"/>
    <dgm:cxn modelId="{8AE7F18A-2C63-4B53-91D0-84AD51227788}" srcId="{134F1FB5-9C9B-4645-93C8-3D6F87D881C5}" destId="{7BCDFF86-8294-41EE-BE58-617D03110B8D}" srcOrd="2" destOrd="0" parTransId="{A030CEC6-B959-4056-9C97-A26A7F386D42}" sibTransId="{95BD99ED-CDC3-484C-B6DB-8CAF65DDD721}"/>
    <dgm:cxn modelId="{2167ABA9-E946-4657-9BCB-660C22E50E44}" srcId="{134F1FB5-9C9B-4645-93C8-3D6F87D881C5}" destId="{FC5F231B-3F77-4820-981E-D53A5B046083}" srcOrd="1" destOrd="0" parTransId="{B9222B29-3DE5-439F-B623-6912F27EDE7D}" sibTransId="{B1D91987-4BC7-4E58-B35F-2351A2609A77}"/>
    <dgm:cxn modelId="{6624D4B1-34FF-474F-A648-2ECC4B46843B}" type="presOf" srcId="{B1D91987-4BC7-4E58-B35F-2351A2609A77}" destId="{823C6315-80C9-4F8F-88AD-1BDDED947FC6}" srcOrd="0" destOrd="0" presId="urn:microsoft.com/office/officeart/2018/2/layout/IconCircleList"/>
    <dgm:cxn modelId="{2F5945C2-3D47-4708-A861-AE66097E096E}" type="presOf" srcId="{134F1FB5-9C9B-4645-93C8-3D6F87D881C5}" destId="{0AC37C48-EEA4-4371-BA1F-399640A01440}" srcOrd="0" destOrd="0" presId="urn:microsoft.com/office/officeart/2018/2/layout/IconCircleList"/>
    <dgm:cxn modelId="{74ACB2DC-A5AD-4631-9D53-1F48F887F350}" type="presOf" srcId="{7BCDFF86-8294-41EE-BE58-617D03110B8D}" destId="{1E233063-E158-48FC-9406-FC360898A82C}" srcOrd="0" destOrd="0" presId="urn:microsoft.com/office/officeart/2018/2/layout/IconCircleList"/>
    <dgm:cxn modelId="{0A23A500-1247-4FE4-AB3B-65D3FB57BD3D}" type="presParOf" srcId="{0AC37C48-EEA4-4371-BA1F-399640A01440}" destId="{FC14B2E9-62EA-4CB7-A0C1-8A4034265ED8}" srcOrd="0" destOrd="0" presId="urn:microsoft.com/office/officeart/2018/2/layout/IconCircleList"/>
    <dgm:cxn modelId="{DC0802D0-EA51-4A78-A703-5FEB5C028B4D}" type="presParOf" srcId="{FC14B2E9-62EA-4CB7-A0C1-8A4034265ED8}" destId="{DFC8A040-FFD0-4C80-8B2D-F392C6314369}" srcOrd="0" destOrd="0" presId="urn:microsoft.com/office/officeart/2018/2/layout/IconCircleList"/>
    <dgm:cxn modelId="{9B9A3F15-C71E-40C2-967D-DD9F937EE8B7}" type="presParOf" srcId="{DFC8A040-FFD0-4C80-8B2D-F392C6314369}" destId="{A9AD7B1E-72E5-4A81-B833-59ED2E96B143}" srcOrd="0" destOrd="0" presId="urn:microsoft.com/office/officeart/2018/2/layout/IconCircleList"/>
    <dgm:cxn modelId="{871CA125-91AE-4AD8-BCF7-797933BA5D45}" type="presParOf" srcId="{DFC8A040-FFD0-4C80-8B2D-F392C6314369}" destId="{C9515E4A-32A5-492C-AD7B-F442FEED10C1}" srcOrd="1" destOrd="0" presId="urn:microsoft.com/office/officeart/2018/2/layout/IconCircleList"/>
    <dgm:cxn modelId="{E95B5A47-1FE7-40A6-A4D4-CDC6A67EB497}" type="presParOf" srcId="{DFC8A040-FFD0-4C80-8B2D-F392C6314369}" destId="{51B2AB9D-E653-4891-B9D5-71905378BA44}" srcOrd="2" destOrd="0" presId="urn:microsoft.com/office/officeart/2018/2/layout/IconCircleList"/>
    <dgm:cxn modelId="{3169C224-49F2-49F5-AB25-4D13F45B44B8}" type="presParOf" srcId="{DFC8A040-FFD0-4C80-8B2D-F392C6314369}" destId="{44E29936-98F1-4892-9924-4A924C978895}" srcOrd="3" destOrd="0" presId="urn:microsoft.com/office/officeart/2018/2/layout/IconCircleList"/>
    <dgm:cxn modelId="{00F39BF5-AF27-45C2-B6C3-64B9EEF8A76F}" type="presParOf" srcId="{FC14B2E9-62EA-4CB7-A0C1-8A4034265ED8}" destId="{F659DCE9-DDD5-444A-8800-FA6626675316}" srcOrd="1" destOrd="0" presId="urn:microsoft.com/office/officeart/2018/2/layout/IconCircleList"/>
    <dgm:cxn modelId="{300BED7E-B2BC-4AA0-8278-FE4DBB88F465}" type="presParOf" srcId="{FC14B2E9-62EA-4CB7-A0C1-8A4034265ED8}" destId="{B05962BE-C755-4984-8C6B-F4AB7D82500C}" srcOrd="2" destOrd="0" presId="urn:microsoft.com/office/officeart/2018/2/layout/IconCircleList"/>
    <dgm:cxn modelId="{D85D6153-6E59-43C7-8720-E6561101D334}" type="presParOf" srcId="{B05962BE-C755-4984-8C6B-F4AB7D82500C}" destId="{6B87F925-3464-426C-B1D4-09E22035DA06}" srcOrd="0" destOrd="0" presId="urn:microsoft.com/office/officeart/2018/2/layout/IconCircleList"/>
    <dgm:cxn modelId="{3F0EFEF3-C9A0-467A-8E49-45790591817F}" type="presParOf" srcId="{B05962BE-C755-4984-8C6B-F4AB7D82500C}" destId="{CA6E41A4-B901-40E2-9C86-40E98401A7F0}" srcOrd="1" destOrd="0" presId="urn:microsoft.com/office/officeart/2018/2/layout/IconCircleList"/>
    <dgm:cxn modelId="{4A378543-C55A-4733-9869-F2290A22BC23}" type="presParOf" srcId="{B05962BE-C755-4984-8C6B-F4AB7D82500C}" destId="{08002433-7E87-4C40-9803-AA45411984CC}" srcOrd="2" destOrd="0" presId="urn:microsoft.com/office/officeart/2018/2/layout/IconCircleList"/>
    <dgm:cxn modelId="{969DDFD8-BF21-4980-ADFA-A141D89EB492}" type="presParOf" srcId="{B05962BE-C755-4984-8C6B-F4AB7D82500C}" destId="{399901CE-6B18-40A3-AE7F-239A2001DEA1}" srcOrd="3" destOrd="0" presId="urn:microsoft.com/office/officeart/2018/2/layout/IconCircleList"/>
    <dgm:cxn modelId="{3BAD6091-C28C-48AA-A2E0-8C6721B03C7E}" type="presParOf" srcId="{FC14B2E9-62EA-4CB7-A0C1-8A4034265ED8}" destId="{823C6315-80C9-4F8F-88AD-1BDDED947FC6}" srcOrd="3" destOrd="0" presId="urn:microsoft.com/office/officeart/2018/2/layout/IconCircleList"/>
    <dgm:cxn modelId="{A024986E-7096-4A14-8586-7320A073C0A0}" type="presParOf" srcId="{FC14B2E9-62EA-4CB7-A0C1-8A4034265ED8}" destId="{2D561146-A66A-412D-84E0-E4F8E090EB2D}" srcOrd="4" destOrd="0" presId="urn:microsoft.com/office/officeart/2018/2/layout/IconCircleList"/>
    <dgm:cxn modelId="{665E47C4-D438-4B35-9A20-8B5104C840C8}" type="presParOf" srcId="{2D561146-A66A-412D-84E0-E4F8E090EB2D}" destId="{5DDE5F7D-4FF0-433F-AD2F-5D848242DBDC}" srcOrd="0" destOrd="0" presId="urn:microsoft.com/office/officeart/2018/2/layout/IconCircleList"/>
    <dgm:cxn modelId="{4CE2A0F2-D19B-486B-9EC1-1266D6D06744}" type="presParOf" srcId="{2D561146-A66A-412D-84E0-E4F8E090EB2D}" destId="{F8FE1FDC-55E7-4E7A-922E-6638E9761ED0}" srcOrd="1" destOrd="0" presId="urn:microsoft.com/office/officeart/2018/2/layout/IconCircleList"/>
    <dgm:cxn modelId="{09D3F37B-8F2D-4192-AFA5-5E11FF938D12}" type="presParOf" srcId="{2D561146-A66A-412D-84E0-E4F8E090EB2D}" destId="{499E91BC-5B7D-474E-A6C5-5CB3F9726FC9}" srcOrd="2" destOrd="0" presId="urn:microsoft.com/office/officeart/2018/2/layout/IconCircleList"/>
    <dgm:cxn modelId="{BB68293B-C793-49BC-A8DA-C6FDA466789D}" type="presParOf" srcId="{2D561146-A66A-412D-84E0-E4F8E090EB2D}" destId="{1E233063-E158-48FC-9406-FC360898A82C}" srcOrd="3" destOrd="0" presId="urn:microsoft.com/office/officeart/2018/2/layout/IconCircleList"/>
    <dgm:cxn modelId="{07689B45-6123-4A0A-834A-3B0E67A3C721}" type="presParOf" srcId="{FC14B2E9-62EA-4CB7-A0C1-8A4034265ED8}" destId="{9F5B3F8C-9886-40B2-9AB3-B82654304032}" srcOrd="5" destOrd="0" presId="urn:microsoft.com/office/officeart/2018/2/layout/IconCircleList"/>
    <dgm:cxn modelId="{F02EE2D5-BB7D-4DF0-B19A-EAD3E83A4C23}" type="presParOf" srcId="{FC14B2E9-62EA-4CB7-A0C1-8A4034265ED8}" destId="{3AC115D1-9D5B-48AC-A516-CFC6C68DD893}" srcOrd="6" destOrd="0" presId="urn:microsoft.com/office/officeart/2018/2/layout/IconCircleList"/>
    <dgm:cxn modelId="{28FB11E4-A2D2-4DB0-8CB1-03E58E6D8748}" type="presParOf" srcId="{3AC115D1-9D5B-48AC-A516-CFC6C68DD893}" destId="{9EEA4511-D662-4171-9968-599E332AD3F6}" srcOrd="0" destOrd="0" presId="urn:microsoft.com/office/officeart/2018/2/layout/IconCircleList"/>
    <dgm:cxn modelId="{44D8BB77-8F40-4188-823F-91EC8999E4CE}" type="presParOf" srcId="{3AC115D1-9D5B-48AC-A516-CFC6C68DD893}" destId="{F1D410B9-B4DD-475B-A4E2-26380066EEEF}" srcOrd="1" destOrd="0" presId="urn:microsoft.com/office/officeart/2018/2/layout/IconCircleList"/>
    <dgm:cxn modelId="{22AE680B-CEF5-44DF-83AB-C3CB5FF76B5E}" type="presParOf" srcId="{3AC115D1-9D5B-48AC-A516-CFC6C68DD893}" destId="{C36A357D-65B1-4427-BA5E-A4C0BC8E24FE}" srcOrd="2" destOrd="0" presId="urn:microsoft.com/office/officeart/2018/2/layout/IconCircleList"/>
    <dgm:cxn modelId="{61D598F6-139E-4B46-AF29-4FEA81BD6CA4}" type="presParOf" srcId="{3AC115D1-9D5B-48AC-A516-CFC6C68DD893}" destId="{B27EC3EE-5BE5-428D-878D-BCB3170F4952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C0188A9-1D5C-446D-89BC-D04D5511347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76D34E3-07CF-40E3-9C5A-4862751DD736}">
      <dgm:prSet/>
      <dgm:spPr/>
      <dgm:t>
        <a:bodyPr/>
        <a:lstStyle/>
        <a:p>
          <a:r>
            <a:rPr lang="en-US"/>
            <a:t>Detects unknown and emerging cyber threats</a:t>
          </a:r>
        </a:p>
      </dgm:t>
    </dgm:pt>
    <dgm:pt modelId="{F71D28DB-CD65-47F4-857E-CCD8AB95EBE9}" type="parTrans" cxnId="{FB1F2F09-E44C-403A-9EE6-A78676B4BEDD}">
      <dgm:prSet/>
      <dgm:spPr/>
      <dgm:t>
        <a:bodyPr/>
        <a:lstStyle/>
        <a:p>
          <a:endParaRPr lang="en-US"/>
        </a:p>
      </dgm:t>
    </dgm:pt>
    <dgm:pt modelId="{A3E6FCF3-C605-4E49-99BD-E7C18F3458EE}" type="sibTrans" cxnId="{FB1F2F09-E44C-403A-9EE6-A78676B4BEDD}">
      <dgm:prSet/>
      <dgm:spPr/>
      <dgm:t>
        <a:bodyPr/>
        <a:lstStyle/>
        <a:p>
          <a:endParaRPr lang="en-US"/>
        </a:p>
      </dgm:t>
    </dgm:pt>
    <dgm:pt modelId="{E2A8E446-D9F1-4E4F-8567-45DD3C2459D0}">
      <dgm:prSet/>
      <dgm:spPr/>
      <dgm:t>
        <a:bodyPr/>
        <a:lstStyle/>
        <a:p>
          <a:r>
            <a:rPr lang="en-US"/>
            <a:t>Processes large datasets efficiently and quickly</a:t>
          </a:r>
        </a:p>
      </dgm:t>
    </dgm:pt>
    <dgm:pt modelId="{E58398CA-A9E6-4E2D-859A-A35D2E5E8473}" type="parTrans" cxnId="{6909155C-0ABA-4E0D-9367-F753FFB88E70}">
      <dgm:prSet/>
      <dgm:spPr/>
      <dgm:t>
        <a:bodyPr/>
        <a:lstStyle/>
        <a:p>
          <a:endParaRPr lang="en-US"/>
        </a:p>
      </dgm:t>
    </dgm:pt>
    <dgm:pt modelId="{ED05135C-6A05-4958-8151-1491324F95AC}" type="sibTrans" cxnId="{6909155C-0ABA-4E0D-9367-F753FFB88E70}">
      <dgm:prSet/>
      <dgm:spPr/>
      <dgm:t>
        <a:bodyPr/>
        <a:lstStyle/>
        <a:p>
          <a:endParaRPr lang="en-US"/>
        </a:p>
      </dgm:t>
    </dgm:pt>
    <dgm:pt modelId="{87472361-DBF0-4D9B-B30D-601D6A0B9C4F}">
      <dgm:prSet/>
      <dgm:spPr/>
      <dgm:t>
        <a:bodyPr/>
        <a:lstStyle/>
        <a:p>
          <a:r>
            <a:rPr lang="en-US"/>
            <a:t>Adapts over time as new threats develop</a:t>
          </a:r>
        </a:p>
      </dgm:t>
    </dgm:pt>
    <dgm:pt modelId="{D7BAB560-2041-47D4-9E83-0856C7B8D880}" type="parTrans" cxnId="{497586A4-8D99-4198-B700-ECA6A77C0259}">
      <dgm:prSet/>
      <dgm:spPr/>
      <dgm:t>
        <a:bodyPr/>
        <a:lstStyle/>
        <a:p>
          <a:endParaRPr lang="en-US"/>
        </a:p>
      </dgm:t>
    </dgm:pt>
    <dgm:pt modelId="{BA8699E2-CB1F-4BEC-9A19-4614D3C8EA97}" type="sibTrans" cxnId="{497586A4-8D99-4198-B700-ECA6A77C0259}">
      <dgm:prSet/>
      <dgm:spPr/>
      <dgm:t>
        <a:bodyPr/>
        <a:lstStyle/>
        <a:p>
          <a:endParaRPr lang="en-US"/>
        </a:p>
      </dgm:t>
    </dgm:pt>
    <dgm:pt modelId="{1C24AF64-0E8C-4334-82E0-3B6BF721E963}">
      <dgm:prSet/>
      <dgm:spPr/>
      <dgm:t>
        <a:bodyPr/>
        <a:lstStyle/>
        <a:p>
          <a:r>
            <a:rPr lang="en-US"/>
            <a:t>Automates threat detection and response processes</a:t>
          </a:r>
        </a:p>
      </dgm:t>
    </dgm:pt>
    <dgm:pt modelId="{1BF1F07A-5A1D-407A-A026-EB3E7140678F}" type="parTrans" cxnId="{DB1DD595-6C9B-4DC6-BB8D-31F8909AFF87}">
      <dgm:prSet/>
      <dgm:spPr/>
      <dgm:t>
        <a:bodyPr/>
        <a:lstStyle/>
        <a:p>
          <a:endParaRPr lang="en-US"/>
        </a:p>
      </dgm:t>
    </dgm:pt>
    <dgm:pt modelId="{29834F0B-1BD0-48D3-810B-3E491E24AF66}" type="sibTrans" cxnId="{DB1DD595-6C9B-4DC6-BB8D-31F8909AFF87}">
      <dgm:prSet/>
      <dgm:spPr/>
      <dgm:t>
        <a:bodyPr/>
        <a:lstStyle/>
        <a:p>
          <a:endParaRPr lang="en-US"/>
        </a:p>
      </dgm:t>
    </dgm:pt>
    <dgm:pt modelId="{A9948844-A942-47C0-8963-BC87C468244E}" type="pres">
      <dgm:prSet presAssocID="{3C0188A9-1D5C-446D-89BC-D04D55113472}" presName="root" presStyleCnt="0">
        <dgm:presLayoutVars>
          <dgm:dir/>
          <dgm:resizeHandles val="exact"/>
        </dgm:presLayoutVars>
      </dgm:prSet>
      <dgm:spPr/>
    </dgm:pt>
    <dgm:pt modelId="{92CBE3DB-F293-45FA-AD8A-CB93B65D4D79}" type="pres">
      <dgm:prSet presAssocID="{B76D34E3-07CF-40E3-9C5A-4862751DD736}" presName="compNode" presStyleCnt="0"/>
      <dgm:spPr/>
    </dgm:pt>
    <dgm:pt modelId="{3951BB9D-1631-40FC-ACF2-3EFDF100357B}" type="pres">
      <dgm:prSet presAssocID="{B76D34E3-07CF-40E3-9C5A-4862751DD736}" presName="bgRect" presStyleLbl="bgShp" presStyleIdx="0" presStyleCnt="4"/>
      <dgm:spPr/>
    </dgm:pt>
    <dgm:pt modelId="{5F55C7F4-78C8-4C6E-B67B-426225B77804}" type="pres">
      <dgm:prSet presAssocID="{B76D34E3-07CF-40E3-9C5A-4862751DD736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ED8F6AC5-ECAA-4D9E-A46D-68576596DCEF}" type="pres">
      <dgm:prSet presAssocID="{B76D34E3-07CF-40E3-9C5A-4862751DD736}" presName="spaceRect" presStyleCnt="0"/>
      <dgm:spPr/>
    </dgm:pt>
    <dgm:pt modelId="{E19D3E43-259C-4A0A-8402-5B5492E94CDE}" type="pres">
      <dgm:prSet presAssocID="{B76D34E3-07CF-40E3-9C5A-4862751DD736}" presName="parTx" presStyleLbl="revTx" presStyleIdx="0" presStyleCnt="4">
        <dgm:presLayoutVars>
          <dgm:chMax val="0"/>
          <dgm:chPref val="0"/>
        </dgm:presLayoutVars>
      </dgm:prSet>
      <dgm:spPr/>
    </dgm:pt>
    <dgm:pt modelId="{11FD592B-FC95-446E-8781-5C28601EF95F}" type="pres">
      <dgm:prSet presAssocID="{A3E6FCF3-C605-4E49-99BD-E7C18F3458EE}" presName="sibTrans" presStyleCnt="0"/>
      <dgm:spPr/>
    </dgm:pt>
    <dgm:pt modelId="{A60798A6-8501-4F28-9BED-01CD96F330CE}" type="pres">
      <dgm:prSet presAssocID="{E2A8E446-D9F1-4E4F-8567-45DD3C2459D0}" presName="compNode" presStyleCnt="0"/>
      <dgm:spPr/>
    </dgm:pt>
    <dgm:pt modelId="{65A2B5C6-7E64-4D7F-BEBC-B70BAD760938}" type="pres">
      <dgm:prSet presAssocID="{E2A8E446-D9F1-4E4F-8567-45DD3C2459D0}" presName="bgRect" presStyleLbl="bgShp" presStyleIdx="1" presStyleCnt="4"/>
      <dgm:spPr/>
    </dgm:pt>
    <dgm:pt modelId="{CF1DE119-3C5B-4940-A766-6B34A5AB1229}" type="pres">
      <dgm:prSet presAssocID="{E2A8E446-D9F1-4E4F-8567-45DD3C2459D0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3754E5E4-27ED-4D04-A7CD-58B2E40F9436}" type="pres">
      <dgm:prSet presAssocID="{E2A8E446-D9F1-4E4F-8567-45DD3C2459D0}" presName="spaceRect" presStyleCnt="0"/>
      <dgm:spPr/>
    </dgm:pt>
    <dgm:pt modelId="{C6009534-46D0-4D7B-80E2-BF1D741AE678}" type="pres">
      <dgm:prSet presAssocID="{E2A8E446-D9F1-4E4F-8567-45DD3C2459D0}" presName="parTx" presStyleLbl="revTx" presStyleIdx="1" presStyleCnt="4">
        <dgm:presLayoutVars>
          <dgm:chMax val="0"/>
          <dgm:chPref val="0"/>
        </dgm:presLayoutVars>
      </dgm:prSet>
      <dgm:spPr/>
    </dgm:pt>
    <dgm:pt modelId="{3EA24994-1E06-42A5-92BF-30CD9F17E741}" type="pres">
      <dgm:prSet presAssocID="{ED05135C-6A05-4958-8151-1491324F95AC}" presName="sibTrans" presStyleCnt="0"/>
      <dgm:spPr/>
    </dgm:pt>
    <dgm:pt modelId="{806E5DA0-B679-4A0B-B571-2EF7935E671E}" type="pres">
      <dgm:prSet presAssocID="{87472361-DBF0-4D9B-B30D-601D6A0B9C4F}" presName="compNode" presStyleCnt="0"/>
      <dgm:spPr/>
    </dgm:pt>
    <dgm:pt modelId="{B8837178-8DFC-49C5-8935-82DD7713F469}" type="pres">
      <dgm:prSet presAssocID="{87472361-DBF0-4D9B-B30D-601D6A0B9C4F}" presName="bgRect" presStyleLbl="bgShp" presStyleIdx="2" presStyleCnt="4"/>
      <dgm:spPr/>
    </dgm:pt>
    <dgm:pt modelId="{C00D7F35-7893-497A-9ED1-FC6D4A392956}" type="pres">
      <dgm:prSet presAssocID="{87472361-DBF0-4D9B-B30D-601D6A0B9C4F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292E326E-FDA3-4295-B9D6-AE3F99A2CFDB}" type="pres">
      <dgm:prSet presAssocID="{87472361-DBF0-4D9B-B30D-601D6A0B9C4F}" presName="spaceRect" presStyleCnt="0"/>
      <dgm:spPr/>
    </dgm:pt>
    <dgm:pt modelId="{29589227-154B-443B-8956-0DF0793C0202}" type="pres">
      <dgm:prSet presAssocID="{87472361-DBF0-4D9B-B30D-601D6A0B9C4F}" presName="parTx" presStyleLbl="revTx" presStyleIdx="2" presStyleCnt="4">
        <dgm:presLayoutVars>
          <dgm:chMax val="0"/>
          <dgm:chPref val="0"/>
        </dgm:presLayoutVars>
      </dgm:prSet>
      <dgm:spPr/>
    </dgm:pt>
    <dgm:pt modelId="{54A8FFF7-D978-4BA6-A9E6-9402A3992821}" type="pres">
      <dgm:prSet presAssocID="{BA8699E2-CB1F-4BEC-9A19-4614D3C8EA97}" presName="sibTrans" presStyleCnt="0"/>
      <dgm:spPr/>
    </dgm:pt>
    <dgm:pt modelId="{28C84B29-8D27-4F9F-9A4E-D50211AE2812}" type="pres">
      <dgm:prSet presAssocID="{1C24AF64-0E8C-4334-82E0-3B6BF721E963}" presName="compNode" presStyleCnt="0"/>
      <dgm:spPr/>
    </dgm:pt>
    <dgm:pt modelId="{76C36AD5-809D-438C-8170-020521536FD3}" type="pres">
      <dgm:prSet presAssocID="{1C24AF64-0E8C-4334-82E0-3B6BF721E963}" presName="bgRect" presStyleLbl="bgShp" presStyleIdx="3" presStyleCnt="4"/>
      <dgm:spPr/>
    </dgm:pt>
    <dgm:pt modelId="{FE4C4713-239F-4D9C-96BF-7CE5D8B931C2}" type="pres">
      <dgm:prSet presAssocID="{1C24AF64-0E8C-4334-82E0-3B6BF721E963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5BDFB1B6-4CE0-42BC-8B1B-A7717799810E}" type="pres">
      <dgm:prSet presAssocID="{1C24AF64-0E8C-4334-82E0-3B6BF721E963}" presName="spaceRect" presStyleCnt="0"/>
      <dgm:spPr/>
    </dgm:pt>
    <dgm:pt modelId="{09AC569F-F4D0-4756-95AC-1C3D3EE7C06A}" type="pres">
      <dgm:prSet presAssocID="{1C24AF64-0E8C-4334-82E0-3B6BF721E963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FB1F2F09-E44C-403A-9EE6-A78676B4BEDD}" srcId="{3C0188A9-1D5C-446D-89BC-D04D55113472}" destId="{B76D34E3-07CF-40E3-9C5A-4862751DD736}" srcOrd="0" destOrd="0" parTransId="{F71D28DB-CD65-47F4-857E-CCD8AB95EBE9}" sibTransId="{A3E6FCF3-C605-4E49-99BD-E7C18F3458EE}"/>
    <dgm:cxn modelId="{33FF8F18-9CAE-4C6A-BA9B-CCA603643399}" type="presOf" srcId="{B76D34E3-07CF-40E3-9C5A-4862751DD736}" destId="{E19D3E43-259C-4A0A-8402-5B5492E94CDE}" srcOrd="0" destOrd="0" presId="urn:microsoft.com/office/officeart/2018/2/layout/IconVerticalSolidList"/>
    <dgm:cxn modelId="{A136411D-DE54-4595-97E2-C5EBCBE5A7FF}" type="presOf" srcId="{3C0188A9-1D5C-446D-89BC-D04D55113472}" destId="{A9948844-A942-47C0-8963-BC87C468244E}" srcOrd="0" destOrd="0" presId="urn:microsoft.com/office/officeart/2018/2/layout/IconVerticalSolidList"/>
    <dgm:cxn modelId="{28283A3F-9AD2-4B6D-8938-742F9711DB38}" type="presOf" srcId="{1C24AF64-0E8C-4334-82E0-3B6BF721E963}" destId="{09AC569F-F4D0-4756-95AC-1C3D3EE7C06A}" srcOrd="0" destOrd="0" presId="urn:microsoft.com/office/officeart/2018/2/layout/IconVerticalSolidList"/>
    <dgm:cxn modelId="{6909155C-0ABA-4E0D-9367-F753FFB88E70}" srcId="{3C0188A9-1D5C-446D-89BC-D04D55113472}" destId="{E2A8E446-D9F1-4E4F-8567-45DD3C2459D0}" srcOrd="1" destOrd="0" parTransId="{E58398CA-A9E6-4E2D-859A-A35D2E5E8473}" sibTransId="{ED05135C-6A05-4958-8151-1491324F95AC}"/>
    <dgm:cxn modelId="{DB1DD595-6C9B-4DC6-BB8D-31F8909AFF87}" srcId="{3C0188A9-1D5C-446D-89BC-D04D55113472}" destId="{1C24AF64-0E8C-4334-82E0-3B6BF721E963}" srcOrd="3" destOrd="0" parTransId="{1BF1F07A-5A1D-407A-A026-EB3E7140678F}" sibTransId="{29834F0B-1BD0-48D3-810B-3E491E24AF66}"/>
    <dgm:cxn modelId="{497586A4-8D99-4198-B700-ECA6A77C0259}" srcId="{3C0188A9-1D5C-446D-89BC-D04D55113472}" destId="{87472361-DBF0-4D9B-B30D-601D6A0B9C4F}" srcOrd="2" destOrd="0" parTransId="{D7BAB560-2041-47D4-9E83-0856C7B8D880}" sibTransId="{BA8699E2-CB1F-4BEC-9A19-4614D3C8EA97}"/>
    <dgm:cxn modelId="{8C9378C6-703C-4F6C-91EE-450B0C4E9509}" type="presOf" srcId="{87472361-DBF0-4D9B-B30D-601D6A0B9C4F}" destId="{29589227-154B-443B-8956-0DF0793C0202}" srcOrd="0" destOrd="0" presId="urn:microsoft.com/office/officeart/2018/2/layout/IconVerticalSolidList"/>
    <dgm:cxn modelId="{3F196FCC-297D-4494-8DB1-6F68C8B050A7}" type="presOf" srcId="{E2A8E446-D9F1-4E4F-8567-45DD3C2459D0}" destId="{C6009534-46D0-4D7B-80E2-BF1D741AE678}" srcOrd="0" destOrd="0" presId="urn:microsoft.com/office/officeart/2018/2/layout/IconVerticalSolidList"/>
    <dgm:cxn modelId="{79905A67-BFC3-4C85-A542-C27D05AFB398}" type="presParOf" srcId="{A9948844-A942-47C0-8963-BC87C468244E}" destId="{92CBE3DB-F293-45FA-AD8A-CB93B65D4D79}" srcOrd="0" destOrd="0" presId="urn:microsoft.com/office/officeart/2018/2/layout/IconVerticalSolidList"/>
    <dgm:cxn modelId="{C0A77E66-3ED2-4858-BA2A-7390B33E54D7}" type="presParOf" srcId="{92CBE3DB-F293-45FA-AD8A-CB93B65D4D79}" destId="{3951BB9D-1631-40FC-ACF2-3EFDF100357B}" srcOrd="0" destOrd="0" presId="urn:microsoft.com/office/officeart/2018/2/layout/IconVerticalSolidList"/>
    <dgm:cxn modelId="{D2BDD8A4-DE64-473A-B1FC-B42E6CAF2DD6}" type="presParOf" srcId="{92CBE3DB-F293-45FA-AD8A-CB93B65D4D79}" destId="{5F55C7F4-78C8-4C6E-B67B-426225B77804}" srcOrd="1" destOrd="0" presId="urn:microsoft.com/office/officeart/2018/2/layout/IconVerticalSolidList"/>
    <dgm:cxn modelId="{CC89D369-9DDD-4387-AA4A-C6945857B77F}" type="presParOf" srcId="{92CBE3DB-F293-45FA-AD8A-CB93B65D4D79}" destId="{ED8F6AC5-ECAA-4D9E-A46D-68576596DCEF}" srcOrd="2" destOrd="0" presId="urn:microsoft.com/office/officeart/2018/2/layout/IconVerticalSolidList"/>
    <dgm:cxn modelId="{838D6C55-B53C-43C3-8331-55E8572EB617}" type="presParOf" srcId="{92CBE3DB-F293-45FA-AD8A-CB93B65D4D79}" destId="{E19D3E43-259C-4A0A-8402-5B5492E94CDE}" srcOrd="3" destOrd="0" presId="urn:microsoft.com/office/officeart/2018/2/layout/IconVerticalSolidList"/>
    <dgm:cxn modelId="{62EC8277-6F5E-4B83-AF5C-B473C45867D1}" type="presParOf" srcId="{A9948844-A942-47C0-8963-BC87C468244E}" destId="{11FD592B-FC95-446E-8781-5C28601EF95F}" srcOrd="1" destOrd="0" presId="urn:microsoft.com/office/officeart/2018/2/layout/IconVerticalSolidList"/>
    <dgm:cxn modelId="{0A16025C-C388-411F-AE7A-4E94134B1BF6}" type="presParOf" srcId="{A9948844-A942-47C0-8963-BC87C468244E}" destId="{A60798A6-8501-4F28-9BED-01CD96F330CE}" srcOrd="2" destOrd="0" presId="urn:microsoft.com/office/officeart/2018/2/layout/IconVerticalSolidList"/>
    <dgm:cxn modelId="{B1FA6E4E-366C-4D3A-B189-11B52F1C9143}" type="presParOf" srcId="{A60798A6-8501-4F28-9BED-01CD96F330CE}" destId="{65A2B5C6-7E64-4D7F-BEBC-B70BAD760938}" srcOrd="0" destOrd="0" presId="urn:microsoft.com/office/officeart/2018/2/layout/IconVerticalSolidList"/>
    <dgm:cxn modelId="{F7930BC8-DF22-411C-B6B1-91693DE8CCDD}" type="presParOf" srcId="{A60798A6-8501-4F28-9BED-01CD96F330CE}" destId="{CF1DE119-3C5B-4940-A766-6B34A5AB1229}" srcOrd="1" destOrd="0" presId="urn:microsoft.com/office/officeart/2018/2/layout/IconVerticalSolidList"/>
    <dgm:cxn modelId="{D822DD7D-68C9-40DC-A23F-DFB84CDE9BBD}" type="presParOf" srcId="{A60798A6-8501-4F28-9BED-01CD96F330CE}" destId="{3754E5E4-27ED-4D04-A7CD-58B2E40F9436}" srcOrd="2" destOrd="0" presId="urn:microsoft.com/office/officeart/2018/2/layout/IconVerticalSolidList"/>
    <dgm:cxn modelId="{C1020F8A-C3D7-4878-9153-F35AD342ED07}" type="presParOf" srcId="{A60798A6-8501-4F28-9BED-01CD96F330CE}" destId="{C6009534-46D0-4D7B-80E2-BF1D741AE678}" srcOrd="3" destOrd="0" presId="urn:microsoft.com/office/officeart/2018/2/layout/IconVerticalSolidList"/>
    <dgm:cxn modelId="{A8192FF5-4B68-4280-A6EF-2C5848903226}" type="presParOf" srcId="{A9948844-A942-47C0-8963-BC87C468244E}" destId="{3EA24994-1E06-42A5-92BF-30CD9F17E741}" srcOrd="3" destOrd="0" presId="urn:microsoft.com/office/officeart/2018/2/layout/IconVerticalSolidList"/>
    <dgm:cxn modelId="{7AC9FF2D-3032-4E10-9F8C-A446490BAC2A}" type="presParOf" srcId="{A9948844-A942-47C0-8963-BC87C468244E}" destId="{806E5DA0-B679-4A0B-B571-2EF7935E671E}" srcOrd="4" destOrd="0" presId="urn:microsoft.com/office/officeart/2018/2/layout/IconVerticalSolidList"/>
    <dgm:cxn modelId="{B26ACCE7-963D-4FD1-B485-159257FB0422}" type="presParOf" srcId="{806E5DA0-B679-4A0B-B571-2EF7935E671E}" destId="{B8837178-8DFC-49C5-8935-82DD7713F469}" srcOrd="0" destOrd="0" presId="urn:microsoft.com/office/officeart/2018/2/layout/IconVerticalSolidList"/>
    <dgm:cxn modelId="{DE23743F-5663-463C-A7ED-7050728CCA36}" type="presParOf" srcId="{806E5DA0-B679-4A0B-B571-2EF7935E671E}" destId="{C00D7F35-7893-497A-9ED1-FC6D4A392956}" srcOrd="1" destOrd="0" presId="urn:microsoft.com/office/officeart/2018/2/layout/IconVerticalSolidList"/>
    <dgm:cxn modelId="{E3C40837-CA99-4116-912B-85F7B7AF5934}" type="presParOf" srcId="{806E5DA0-B679-4A0B-B571-2EF7935E671E}" destId="{292E326E-FDA3-4295-B9D6-AE3F99A2CFDB}" srcOrd="2" destOrd="0" presId="urn:microsoft.com/office/officeart/2018/2/layout/IconVerticalSolidList"/>
    <dgm:cxn modelId="{1B38BD55-9039-44FA-8A7D-BC381F78D4C1}" type="presParOf" srcId="{806E5DA0-B679-4A0B-B571-2EF7935E671E}" destId="{29589227-154B-443B-8956-0DF0793C0202}" srcOrd="3" destOrd="0" presId="urn:microsoft.com/office/officeart/2018/2/layout/IconVerticalSolidList"/>
    <dgm:cxn modelId="{E698B2AA-76F1-4056-A2BA-F2F87CDCCCA7}" type="presParOf" srcId="{A9948844-A942-47C0-8963-BC87C468244E}" destId="{54A8FFF7-D978-4BA6-A9E6-9402A3992821}" srcOrd="5" destOrd="0" presId="urn:microsoft.com/office/officeart/2018/2/layout/IconVerticalSolidList"/>
    <dgm:cxn modelId="{BBE6B4A9-F075-4A3E-A111-555C9A9B825E}" type="presParOf" srcId="{A9948844-A942-47C0-8963-BC87C468244E}" destId="{28C84B29-8D27-4F9F-9A4E-D50211AE2812}" srcOrd="6" destOrd="0" presId="urn:microsoft.com/office/officeart/2018/2/layout/IconVerticalSolidList"/>
    <dgm:cxn modelId="{0AE678F8-C4F7-4223-A87C-B6019944A677}" type="presParOf" srcId="{28C84B29-8D27-4F9F-9A4E-D50211AE2812}" destId="{76C36AD5-809D-438C-8170-020521536FD3}" srcOrd="0" destOrd="0" presId="urn:microsoft.com/office/officeart/2018/2/layout/IconVerticalSolidList"/>
    <dgm:cxn modelId="{ED1F17F2-CA7B-45C0-9168-8DF73CEF2418}" type="presParOf" srcId="{28C84B29-8D27-4F9F-9A4E-D50211AE2812}" destId="{FE4C4713-239F-4D9C-96BF-7CE5D8B931C2}" srcOrd="1" destOrd="0" presId="urn:microsoft.com/office/officeart/2018/2/layout/IconVerticalSolidList"/>
    <dgm:cxn modelId="{F589EEE1-4570-44A8-B7C0-38BE6FDDB575}" type="presParOf" srcId="{28C84B29-8D27-4F9F-9A4E-D50211AE2812}" destId="{5BDFB1B6-4CE0-42BC-8B1B-A7717799810E}" srcOrd="2" destOrd="0" presId="urn:microsoft.com/office/officeart/2018/2/layout/IconVerticalSolidList"/>
    <dgm:cxn modelId="{DBB07C2A-9601-48C6-8075-E2A59D995F7D}" type="presParOf" srcId="{28C84B29-8D27-4F9F-9A4E-D50211AE2812}" destId="{09AC569F-F4D0-4756-95AC-1C3D3EE7C06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843A6A-76ED-46D1-A573-C568A68D8F83}">
      <dsp:nvSpPr>
        <dsp:cNvPr id="0" name=""/>
        <dsp:cNvSpPr/>
      </dsp:nvSpPr>
      <dsp:spPr>
        <a:xfrm>
          <a:off x="0" y="1924"/>
          <a:ext cx="4435078" cy="97541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444AF5-5A47-42AA-B511-9E8710BB3760}">
      <dsp:nvSpPr>
        <dsp:cNvPr id="0" name=""/>
        <dsp:cNvSpPr/>
      </dsp:nvSpPr>
      <dsp:spPr>
        <a:xfrm>
          <a:off x="295064" y="221393"/>
          <a:ext cx="536480" cy="53648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CDBD59-CC4B-460D-8F77-C29AB9C73DDE}">
      <dsp:nvSpPr>
        <dsp:cNvPr id="0" name=""/>
        <dsp:cNvSpPr/>
      </dsp:nvSpPr>
      <dsp:spPr>
        <a:xfrm>
          <a:off x="1126608" y="1924"/>
          <a:ext cx="3308469" cy="9754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232" tIns="103232" rIns="103232" bIns="10323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Examines how machine learning improves malware detection</a:t>
          </a:r>
        </a:p>
      </dsp:txBody>
      <dsp:txXfrm>
        <a:off x="1126608" y="1924"/>
        <a:ext cx="3308469" cy="975418"/>
      </dsp:txXfrm>
    </dsp:sp>
    <dsp:sp modelId="{B9B889B7-BAA0-482A-B6E4-983AE54CC292}">
      <dsp:nvSpPr>
        <dsp:cNvPr id="0" name=""/>
        <dsp:cNvSpPr/>
      </dsp:nvSpPr>
      <dsp:spPr>
        <a:xfrm>
          <a:off x="0" y="1221197"/>
          <a:ext cx="4435078" cy="97541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80ECA1-1FE6-4F94-BB20-E2F35DAF3609}">
      <dsp:nvSpPr>
        <dsp:cNvPr id="0" name=""/>
        <dsp:cNvSpPr/>
      </dsp:nvSpPr>
      <dsp:spPr>
        <a:xfrm>
          <a:off x="295064" y="1440667"/>
          <a:ext cx="536480" cy="53648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0D2F53-DE2D-4755-B5B3-05DA8282F8E8}">
      <dsp:nvSpPr>
        <dsp:cNvPr id="0" name=""/>
        <dsp:cNvSpPr/>
      </dsp:nvSpPr>
      <dsp:spPr>
        <a:xfrm>
          <a:off x="1126608" y="1221197"/>
          <a:ext cx="3308469" cy="9754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232" tIns="103232" rIns="103232" bIns="10323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Compares traditional vs modern cybersecurity approaches</a:t>
          </a:r>
        </a:p>
      </dsp:txBody>
      <dsp:txXfrm>
        <a:off x="1126608" y="1221197"/>
        <a:ext cx="3308469" cy="975418"/>
      </dsp:txXfrm>
    </dsp:sp>
    <dsp:sp modelId="{80C71241-56BB-4FB3-86E2-6B3EE49E1186}">
      <dsp:nvSpPr>
        <dsp:cNvPr id="0" name=""/>
        <dsp:cNvSpPr/>
      </dsp:nvSpPr>
      <dsp:spPr>
        <a:xfrm>
          <a:off x="0" y="2440471"/>
          <a:ext cx="4435078" cy="97541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D400CC-179F-47B1-8D30-297B403162A3}">
      <dsp:nvSpPr>
        <dsp:cNvPr id="0" name=""/>
        <dsp:cNvSpPr/>
      </dsp:nvSpPr>
      <dsp:spPr>
        <a:xfrm>
          <a:off x="295064" y="2659940"/>
          <a:ext cx="536480" cy="53648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23FF7A-A195-4B31-B636-1AE9FDF495AE}">
      <dsp:nvSpPr>
        <dsp:cNvPr id="0" name=""/>
        <dsp:cNvSpPr/>
      </dsp:nvSpPr>
      <dsp:spPr>
        <a:xfrm>
          <a:off x="1126608" y="2440471"/>
          <a:ext cx="3308469" cy="9754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232" tIns="103232" rIns="103232" bIns="10323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Explores applications across enterprise environments</a:t>
          </a:r>
        </a:p>
      </dsp:txBody>
      <dsp:txXfrm>
        <a:off x="1126608" y="2440471"/>
        <a:ext cx="3308469" cy="975418"/>
      </dsp:txXfrm>
    </dsp:sp>
    <dsp:sp modelId="{09052C0D-4154-44CF-BF6A-E8FF9FBDDD30}">
      <dsp:nvSpPr>
        <dsp:cNvPr id="0" name=""/>
        <dsp:cNvSpPr/>
      </dsp:nvSpPr>
      <dsp:spPr>
        <a:xfrm>
          <a:off x="0" y="3659744"/>
          <a:ext cx="4435078" cy="97541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223BC8-DDF2-4C4D-A477-0F787233A7ED}">
      <dsp:nvSpPr>
        <dsp:cNvPr id="0" name=""/>
        <dsp:cNvSpPr/>
      </dsp:nvSpPr>
      <dsp:spPr>
        <a:xfrm>
          <a:off x="295064" y="3879213"/>
          <a:ext cx="536480" cy="53648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BE1966-2CFA-4C66-A8DB-DBD9EF6CAB2B}">
      <dsp:nvSpPr>
        <dsp:cNvPr id="0" name=""/>
        <dsp:cNvSpPr/>
      </dsp:nvSpPr>
      <dsp:spPr>
        <a:xfrm>
          <a:off x="1126608" y="3659744"/>
          <a:ext cx="3308469" cy="9754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232" tIns="103232" rIns="103232" bIns="10323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Analyzes strengths, limitations, and real-world use</a:t>
          </a:r>
        </a:p>
      </dsp:txBody>
      <dsp:txXfrm>
        <a:off x="1126608" y="3659744"/>
        <a:ext cx="3308469" cy="97541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FE2BEF-1B45-4D86-961B-A5FBFDE8DF78}">
      <dsp:nvSpPr>
        <dsp:cNvPr id="0" name=""/>
        <dsp:cNvSpPr/>
      </dsp:nvSpPr>
      <dsp:spPr>
        <a:xfrm>
          <a:off x="439885" y="1066182"/>
          <a:ext cx="715869" cy="71586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3BB1B1-52CE-4B4D-9BD3-C6354FC7CDC7}">
      <dsp:nvSpPr>
        <dsp:cNvPr id="0" name=""/>
        <dsp:cNvSpPr/>
      </dsp:nvSpPr>
      <dsp:spPr>
        <a:xfrm>
          <a:off x="2409" y="2020716"/>
          <a:ext cx="1590820" cy="6363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Large interconnected systems used by organizations</a:t>
          </a:r>
        </a:p>
      </dsp:txBody>
      <dsp:txXfrm>
        <a:off x="2409" y="2020716"/>
        <a:ext cx="1590820" cy="636328"/>
      </dsp:txXfrm>
    </dsp:sp>
    <dsp:sp modelId="{32805EAB-0C19-424C-A74D-C175B07F01CA}">
      <dsp:nvSpPr>
        <dsp:cNvPr id="0" name=""/>
        <dsp:cNvSpPr/>
      </dsp:nvSpPr>
      <dsp:spPr>
        <a:xfrm>
          <a:off x="2309098" y="1066182"/>
          <a:ext cx="715869" cy="71586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7EA20B-6568-4CC4-B230-3D494803EDB8}">
      <dsp:nvSpPr>
        <dsp:cNvPr id="0" name=""/>
        <dsp:cNvSpPr/>
      </dsp:nvSpPr>
      <dsp:spPr>
        <a:xfrm>
          <a:off x="1871623" y="2020716"/>
          <a:ext cx="1590820" cy="6363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Include networks, cloud platforms, IoT devices, and endpoints</a:t>
          </a:r>
        </a:p>
      </dsp:txBody>
      <dsp:txXfrm>
        <a:off x="1871623" y="2020716"/>
        <a:ext cx="1590820" cy="636328"/>
      </dsp:txXfrm>
    </dsp:sp>
    <dsp:sp modelId="{01A8C99D-A12B-4E29-BE8C-762A37FF9D46}">
      <dsp:nvSpPr>
        <dsp:cNvPr id="0" name=""/>
        <dsp:cNvSpPr/>
      </dsp:nvSpPr>
      <dsp:spPr>
        <a:xfrm>
          <a:off x="4178312" y="1066182"/>
          <a:ext cx="715869" cy="71586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358EDC-A9DD-4E1B-A778-C734AAEDA82F}">
      <dsp:nvSpPr>
        <dsp:cNvPr id="0" name=""/>
        <dsp:cNvSpPr/>
      </dsp:nvSpPr>
      <dsp:spPr>
        <a:xfrm>
          <a:off x="3740837" y="2020716"/>
          <a:ext cx="1590820" cy="6363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Store sensitive data and support daily operations</a:t>
          </a:r>
        </a:p>
      </dsp:txBody>
      <dsp:txXfrm>
        <a:off x="3740837" y="2020716"/>
        <a:ext cx="1590820" cy="636328"/>
      </dsp:txXfrm>
    </dsp:sp>
    <dsp:sp modelId="{53A4AA7E-1815-4448-8610-1B47339F071B}">
      <dsp:nvSpPr>
        <dsp:cNvPr id="0" name=""/>
        <dsp:cNvSpPr/>
      </dsp:nvSpPr>
      <dsp:spPr>
        <a:xfrm>
          <a:off x="6047526" y="1066182"/>
          <a:ext cx="715869" cy="71586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781AB8-4096-4AA3-BC9D-7CE05C7E166A}">
      <dsp:nvSpPr>
        <dsp:cNvPr id="0" name=""/>
        <dsp:cNvSpPr/>
      </dsp:nvSpPr>
      <dsp:spPr>
        <a:xfrm>
          <a:off x="5610051" y="2020716"/>
          <a:ext cx="1590820" cy="6363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Highly targeted due to value and system complexity</a:t>
          </a:r>
        </a:p>
      </dsp:txBody>
      <dsp:txXfrm>
        <a:off x="5610051" y="2020716"/>
        <a:ext cx="1590820" cy="63632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AD7B1E-72E5-4A81-B833-59ED2E96B143}">
      <dsp:nvSpPr>
        <dsp:cNvPr id="0" name=""/>
        <dsp:cNvSpPr/>
      </dsp:nvSpPr>
      <dsp:spPr>
        <a:xfrm>
          <a:off x="150787" y="631438"/>
          <a:ext cx="913700" cy="9137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515E4A-32A5-492C-AD7B-F442FEED10C1}">
      <dsp:nvSpPr>
        <dsp:cNvPr id="0" name=""/>
        <dsp:cNvSpPr/>
      </dsp:nvSpPr>
      <dsp:spPr>
        <a:xfrm>
          <a:off x="342664" y="823315"/>
          <a:ext cx="529946" cy="52994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E29936-98F1-4892-9924-4A924C978895}">
      <dsp:nvSpPr>
        <dsp:cNvPr id="0" name=""/>
        <dsp:cNvSpPr/>
      </dsp:nvSpPr>
      <dsp:spPr>
        <a:xfrm>
          <a:off x="1260281" y="631438"/>
          <a:ext cx="2153723" cy="9137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Random Forest for classification and decision-making</a:t>
          </a:r>
        </a:p>
      </dsp:txBody>
      <dsp:txXfrm>
        <a:off x="1260281" y="631438"/>
        <a:ext cx="2153723" cy="913700"/>
      </dsp:txXfrm>
    </dsp:sp>
    <dsp:sp modelId="{6B87F925-3464-426C-B1D4-09E22035DA06}">
      <dsp:nvSpPr>
        <dsp:cNvPr id="0" name=""/>
        <dsp:cNvSpPr/>
      </dsp:nvSpPr>
      <dsp:spPr>
        <a:xfrm>
          <a:off x="3789275" y="631438"/>
          <a:ext cx="913700" cy="9137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6E41A4-B901-40E2-9C86-40E98401A7F0}">
      <dsp:nvSpPr>
        <dsp:cNvPr id="0" name=""/>
        <dsp:cNvSpPr/>
      </dsp:nvSpPr>
      <dsp:spPr>
        <a:xfrm>
          <a:off x="3981152" y="823315"/>
          <a:ext cx="529946" cy="52994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9901CE-6B18-40A3-AE7F-239A2001DEA1}">
      <dsp:nvSpPr>
        <dsp:cNvPr id="0" name=""/>
        <dsp:cNvSpPr/>
      </dsp:nvSpPr>
      <dsp:spPr>
        <a:xfrm>
          <a:off x="4898769" y="631438"/>
          <a:ext cx="2153723" cy="9137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Support Vector Machines for separating data patterns</a:t>
          </a:r>
        </a:p>
      </dsp:txBody>
      <dsp:txXfrm>
        <a:off x="4898769" y="631438"/>
        <a:ext cx="2153723" cy="913700"/>
      </dsp:txXfrm>
    </dsp:sp>
    <dsp:sp modelId="{5DDE5F7D-4FF0-433F-AD2F-5D848242DBDC}">
      <dsp:nvSpPr>
        <dsp:cNvPr id="0" name=""/>
        <dsp:cNvSpPr/>
      </dsp:nvSpPr>
      <dsp:spPr>
        <a:xfrm>
          <a:off x="150787" y="2178087"/>
          <a:ext cx="913700" cy="9137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FE1FDC-55E7-4E7A-922E-6638E9761ED0}">
      <dsp:nvSpPr>
        <dsp:cNvPr id="0" name=""/>
        <dsp:cNvSpPr/>
      </dsp:nvSpPr>
      <dsp:spPr>
        <a:xfrm>
          <a:off x="342664" y="2369964"/>
          <a:ext cx="529946" cy="52994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233063-E158-48FC-9406-FC360898A82C}">
      <dsp:nvSpPr>
        <dsp:cNvPr id="0" name=""/>
        <dsp:cNvSpPr/>
      </dsp:nvSpPr>
      <dsp:spPr>
        <a:xfrm>
          <a:off x="1260281" y="2178087"/>
          <a:ext cx="2153723" cy="9137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Neural networks for detecting complex relationships</a:t>
          </a:r>
        </a:p>
      </dsp:txBody>
      <dsp:txXfrm>
        <a:off x="1260281" y="2178087"/>
        <a:ext cx="2153723" cy="913700"/>
      </dsp:txXfrm>
    </dsp:sp>
    <dsp:sp modelId="{9EEA4511-D662-4171-9968-599E332AD3F6}">
      <dsp:nvSpPr>
        <dsp:cNvPr id="0" name=""/>
        <dsp:cNvSpPr/>
      </dsp:nvSpPr>
      <dsp:spPr>
        <a:xfrm>
          <a:off x="3789275" y="2178087"/>
          <a:ext cx="913700" cy="9137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D410B9-B4DD-475B-A4E2-26380066EEEF}">
      <dsp:nvSpPr>
        <dsp:cNvPr id="0" name=""/>
        <dsp:cNvSpPr/>
      </dsp:nvSpPr>
      <dsp:spPr>
        <a:xfrm>
          <a:off x="3981152" y="2369964"/>
          <a:ext cx="529946" cy="52994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7EC3EE-5BE5-428D-878D-BCB3170F4952}">
      <dsp:nvSpPr>
        <dsp:cNvPr id="0" name=""/>
        <dsp:cNvSpPr/>
      </dsp:nvSpPr>
      <dsp:spPr>
        <a:xfrm>
          <a:off x="4898769" y="2178087"/>
          <a:ext cx="2153723" cy="9137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Gradient boosting for improving model accuracy</a:t>
          </a:r>
        </a:p>
      </dsp:txBody>
      <dsp:txXfrm>
        <a:off x="4898769" y="2178087"/>
        <a:ext cx="2153723" cy="9137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51BB9D-1631-40FC-ACF2-3EFDF100357B}">
      <dsp:nvSpPr>
        <dsp:cNvPr id="0" name=""/>
        <dsp:cNvSpPr/>
      </dsp:nvSpPr>
      <dsp:spPr>
        <a:xfrm>
          <a:off x="0" y="1924"/>
          <a:ext cx="4435078" cy="97541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55C7F4-78C8-4C6E-B67B-426225B77804}">
      <dsp:nvSpPr>
        <dsp:cNvPr id="0" name=""/>
        <dsp:cNvSpPr/>
      </dsp:nvSpPr>
      <dsp:spPr>
        <a:xfrm>
          <a:off x="295064" y="221393"/>
          <a:ext cx="536480" cy="53648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9D3E43-259C-4A0A-8402-5B5492E94CDE}">
      <dsp:nvSpPr>
        <dsp:cNvPr id="0" name=""/>
        <dsp:cNvSpPr/>
      </dsp:nvSpPr>
      <dsp:spPr>
        <a:xfrm>
          <a:off x="1126608" y="1924"/>
          <a:ext cx="3308469" cy="9754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232" tIns="103232" rIns="103232" bIns="103232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Detects unknown and emerging cyber threats</a:t>
          </a:r>
        </a:p>
      </dsp:txBody>
      <dsp:txXfrm>
        <a:off x="1126608" y="1924"/>
        <a:ext cx="3308469" cy="975418"/>
      </dsp:txXfrm>
    </dsp:sp>
    <dsp:sp modelId="{65A2B5C6-7E64-4D7F-BEBC-B70BAD760938}">
      <dsp:nvSpPr>
        <dsp:cNvPr id="0" name=""/>
        <dsp:cNvSpPr/>
      </dsp:nvSpPr>
      <dsp:spPr>
        <a:xfrm>
          <a:off x="0" y="1221197"/>
          <a:ext cx="4435078" cy="97541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1DE119-3C5B-4940-A766-6B34A5AB1229}">
      <dsp:nvSpPr>
        <dsp:cNvPr id="0" name=""/>
        <dsp:cNvSpPr/>
      </dsp:nvSpPr>
      <dsp:spPr>
        <a:xfrm>
          <a:off x="295064" y="1440667"/>
          <a:ext cx="536480" cy="53648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009534-46D0-4D7B-80E2-BF1D741AE678}">
      <dsp:nvSpPr>
        <dsp:cNvPr id="0" name=""/>
        <dsp:cNvSpPr/>
      </dsp:nvSpPr>
      <dsp:spPr>
        <a:xfrm>
          <a:off x="1126608" y="1221197"/>
          <a:ext cx="3308469" cy="9754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232" tIns="103232" rIns="103232" bIns="103232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Processes large datasets efficiently and quickly</a:t>
          </a:r>
        </a:p>
      </dsp:txBody>
      <dsp:txXfrm>
        <a:off x="1126608" y="1221197"/>
        <a:ext cx="3308469" cy="975418"/>
      </dsp:txXfrm>
    </dsp:sp>
    <dsp:sp modelId="{B8837178-8DFC-49C5-8935-82DD7713F469}">
      <dsp:nvSpPr>
        <dsp:cNvPr id="0" name=""/>
        <dsp:cNvSpPr/>
      </dsp:nvSpPr>
      <dsp:spPr>
        <a:xfrm>
          <a:off x="0" y="2440471"/>
          <a:ext cx="4435078" cy="97541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0D7F35-7893-497A-9ED1-FC6D4A392956}">
      <dsp:nvSpPr>
        <dsp:cNvPr id="0" name=""/>
        <dsp:cNvSpPr/>
      </dsp:nvSpPr>
      <dsp:spPr>
        <a:xfrm>
          <a:off x="295064" y="2659940"/>
          <a:ext cx="536480" cy="53648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589227-154B-443B-8956-0DF0793C0202}">
      <dsp:nvSpPr>
        <dsp:cNvPr id="0" name=""/>
        <dsp:cNvSpPr/>
      </dsp:nvSpPr>
      <dsp:spPr>
        <a:xfrm>
          <a:off x="1126608" y="2440471"/>
          <a:ext cx="3308469" cy="9754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232" tIns="103232" rIns="103232" bIns="103232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Adapts over time as new threats develop</a:t>
          </a:r>
        </a:p>
      </dsp:txBody>
      <dsp:txXfrm>
        <a:off x="1126608" y="2440471"/>
        <a:ext cx="3308469" cy="975418"/>
      </dsp:txXfrm>
    </dsp:sp>
    <dsp:sp modelId="{76C36AD5-809D-438C-8170-020521536FD3}">
      <dsp:nvSpPr>
        <dsp:cNvPr id="0" name=""/>
        <dsp:cNvSpPr/>
      </dsp:nvSpPr>
      <dsp:spPr>
        <a:xfrm>
          <a:off x="0" y="3659744"/>
          <a:ext cx="4435078" cy="97541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4C4713-239F-4D9C-96BF-7CE5D8B931C2}">
      <dsp:nvSpPr>
        <dsp:cNvPr id="0" name=""/>
        <dsp:cNvSpPr/>
      </dsp:nvSpPr>
      <dsp:spPr>
        <a:xfrm>
          <a:off x="295064" y="3879213"/>
          <a:ext cx="536480" cy="53648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AC569F-F4D0-4756-95AC-1C3D3EE7C06A}">
      <dsp:nvSpPr>
        <dsp:cNvPr id="0" name=""/>
        <dsp:cNvSpPr/>
      </dsp:nvSpPr>
      <dsp:spPr>
        <a:xfrm>
          <a:off x="1126608" y="3659744"/>
          <a:ext cx="3308469" cy="9754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232" tIns="103232" rIns="103232" bIns="103232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Automates threat detection and response processes</a:t>
          </a:r>
        </a:p>
      </dsp:txBody>
      <dsp:txXfrm>
        <a:off x="1126608" y="3659744"/>
        <a:ext cx="3308469" cy="9754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EC4D72-D83A-4E03-BEDF-71A89555FE92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4EA394-CDB2-4CC2-98A2-FC5E7D4B8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1222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2183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4045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9518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774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156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922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042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1437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47723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241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8845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115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jp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1.jpg"/><Relationship Id="rId7" Type="http://schemas.openxmlformats.org/officeDocument/2006/relationships/diagramColors" Target="../diagrams/colors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D095B41-7312-4603-9F0F-93387C353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Robot operating a machine">
            <a:extLst>
              <a:ext uri="{FF2B5EF4-FFF2-40B4-BE49-F238E27FC236}">
                <a16:creationId xmlns:a16="http://schemas.microsoft.com/office/drawing/2014/main" id="{FD4D6C04-0725-4697-1669-36A812E0885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50000"/>
          </a:blip>
          <a:srcRect r="-2" b="2276"/>
          <a:stretch>
            <a:fillRect/>
          </a:stretch>
        </p:blipFill>
        <p:spPr>
          <a:xfrm>
            <a:off x="228" y="10"/>
            <a:ext cx="914377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042C936-444C-4F0D-9737-291EAFE1E7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13334" y="802298"/>
            <a:ext cx="6477805" cy="2541431"/>
          </a:xfrm>
        </p:spPr>
        <p:txBody>
          <a:bodyPr>
            <a:normAutofit/>
          </a:bodyPr>
          <a:lstStyle/>
          <a:p>
            <a:r>
              <a:rPr lang="en-US"/>
              <a:t>Machine Learning in Cybersecurity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13335" y="3531204"/>
            <a:ext cx="6477804" cy="977621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100"/>
              <a:t>Malware Detection in Enterprise Systems</a:t>
            </a:r>
          </a:p>
          <a:p>
            <a:pPr>
              <a:lnSpc>
                <a:spcPct val="110000"/>
              </a:lnSpc>
            </a:pPr>
            <a:r>
              <a:rPr lang="en-US" sz="1100"/>
              <a:t>Lauren Skov</a:t>
            </a:r>
          </a:p>
          <a:p>
            <a:pPr>
              <a:lnSpc>
                <a:spcPct val="110000"/>
              </a:lnSpc>
            </a:pPr>
            <a:r>
              <a:rPr lang="en-US" sz="1100"/>
              <a:t>CIDS 484 | May 12, 2026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61C4D9F-F4AF-4ED2-9310-56EB2E19C0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13335" y="3528543"/>
            <a:ext cx="647780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419FDB25-3050-4009-9806-3000DDD1C0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063EF0F-7BC0-4CFB-AB98-20A8DD91D7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2D32A60-013B-47A8-8833-D24240809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27932B-B694-4C4C-90D7-A0333A7C5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2303047"/>
            <a:ext cx="2454070" cy="2674198"/>
          </a:xfrm>
        </p:spPr>
        <p:txBody>
          <a:bodyPr anchor="t">
            <a:normAutofit/>
          </a:bodyPr>
          <a:lstStyle/>
          <a:p>
            <a:r>
              <a:t>Overview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EBB0476-5CF0-4F44-8D68-5D42D7AEE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88684" y="2146542"/>
            <a:ext cx="245407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A9DA474E-6B91-4200-840F-0257B2358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8685" y="3122496"/>
            <a:ext cx="264761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F63C9AD-AE6E-4512-8171-91612E84C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E1A49CE-B63D-457A-A180-1C883E1A6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3D160C4-CF65-EDC0-E207-C83184935C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4324692"/>
              </p:ext>
            </p:extLst>
          </p:nvPr>
        </p:nvGraphicFramePr>
        <p:xfrm>
          <a:off x="3856434" y="803275"/>
          <a:ext cx="4435078" cy="4637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82E7304-2AC2-4A5C-924D-A6AC3FFC5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804519"/>
            <a:ext cx="7202456" cy="1049235"/>
          </a:xfrm>
        </p:spPr>
        <p:txBody>
          <a:bodyPr>
            <a:normAutofit/>
          </a:bodyPr>
          <a:lstStyle/>
          <a:p>
            <a:r>
              <a:t>Enterprise Systems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59FEF2-F6A5-442F-BA10-4E39EECD0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88684" y="1853754"/>
            <a:ext cx="720245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A3C183B1-1D4B-4E3D-A02E-A426E3BFA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2AF8CB7-BD9F-4872-9FBB-E46C958F58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63312691"/>
              </p:ext>
            </p:extLst>
          </p:nvPr>
        </p:nvGraphicFramePr>
        <p:xfrm>
          <a:off x="1088231" y="2331497"/>
          <a:ext cx="7203281" cy="37232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6870151-9189-4C3A-8379-EF3D95827A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ACB26BFF-DEA5-6C6D-683F-AECBE79E529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 r="11001" b="-1"/>
          <a:stretch>
            <a:fillRect/>
          </a:stretch>
        </p:blipFill>
        <p:spPr>
          <a:xfrm>
            <a:off x="228" y="10"/>
            <a:ext cx="9143772" cy="6857990"/>
          </a:xfrm>
          <a:prstGeom prst="rect">
            <a:avLst/>
          </a:prstGeom>
        </p:spPr>
      </p:pic>
      <p:sp>
        <p:nvSpPr>
          <p:cNvPr id="11" name="Slide Number Placeholder 7">
            <a:extLst>
              <a:ext uri="{FF2B5EF4-FFF2-40B4-BE49-F238E27FC236}">
                <a16:creationId xmlns:a16="http://schemas.microsoft.com/office/drawing/2014/main" id="{123EA69C-102A-4DD0-9547-05DCD271D1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34225" y="443732"/>
            <a:ext cx="608265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r" defTabSz="457200" rtl="0" eaLnBrk="1" latinLnBrk="0" hangingPunct="1">
              <a:defRPr sz="2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6A862265-5CA3-4C40-8582-7534C3B03C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32477" y="540921"/>
            <a:ext cx="37304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0EF80B-0391-4082-9AF5-F15B091B4C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93800"/>
            <a:ext cx="9144000" cy="5664199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87000"/>
                  <a:alpha val="4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03" y="1193800"/>
            <a:ext cx="2394787" cy="4699000"/>
          </a:xfrm>
        </p:spPr>
        <p:txBody>
          <a:bodyPr anchor="ctr">
            <a:normAutofit/>
          </a:bodyPr>
          <a:lstStyle/>
          <a:p>
            <a:r>
              <a:t>The Problem: Modern Malware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33AC32D-5F44-45F7-A0BD-7C11A86BE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600200"/>
            <a:ext cx="0" cy="3657600"/>
          </a:xfrm>
          <a:prstGeom prst="line">
            <a:avLst/>
          </a:prstGeom>
          <a:ln w="31750">
            <a:solidFill>
              <a:schemeClr val="tx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2477" y="1193800"/>
            <a:ext cx="4563818" cy="4699000"/>
          </a:xfrm>
        </p:spPr>
        <p:txBody>
          <a:bodyPr anchor="ctr">
            <a:normAutofit/>
          </a:bodyPr>
          <a:lstStyle/>
          <a:p>
            <a:r>
              <a:t>Malware uses polymorphism to constantly change code</a:t>
            </a:r>
          </a:p>
          <a:p>
            <a:r>
              <a:t>Fileless malware avoids detection by running in memory</a:t>
            </a:r>
          </a:p>
          <a:p>
            <a:r>
              <a:t>Zero-day attacks exploit unknown vulnerabilities</a:t>
            </a:r>
          </a:p>
          <a:p>
            <a:r>
              <a:t>Traditional systems struggle to keep up with evolution</a:t>
            </a:r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3FBF03E8-C602-4192-9C52-F84B29FDCC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2421" y="6007878"/>
            <a:ext cx="2625537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BEFDA1A-2A01-4C29-A5D0-AE6F050D07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Magnifying glass showing decling performance">
            <a:extLst>
              <a:ext uri="{FF2B5EF4-FFF2-40B4-BE49-F238E27FC236}">
                <a16:creationId xmlns:a16="http://schemas.microsoft.com/office/drawing/2014/main" id="{53534405-DCA3-E119-8299-3E60F206E073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alphaModFix amt="50000"/>
          </a:blip>
          <a:srcRect r="11001" b="-1"/>
          <a:stretch>
            <a:fillRect/>
          </a:stretch>
        </p:blipFill>
        <p:spPr>
          <a:xfrm>
            <a:off x="228" y="10"/>
            <a:ext cx="9143772" cy="68579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7FD20E5-30AF-47B9-9256-2E8E904CB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90422" y="1847088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804519"/>
            <a:ext cx="7202456" cy="1049235"/>
          </a:xfrm>
        </p:spPr>
        <p:txBody>
          <a:bodyPr>
            <a:normAutofit/>
          </a:bodyPr>
          <a:lstStyle/>
          <a:p>
            <a:r>
              <a:t>Traditional Detection Methods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79D3810-B86F-4009-84EC-DE0FEABD6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8684" y="2015732"/>
            <a:ext cx="7202456" cy="3450613"/>
          </a:xfrm>
        </p:spPr>
        <p:txBody>
          <a:bodyPr>
            <a:normAutofit/>
          </a:bodyPr>
          <a:lstStyle/>
          <a:p>
            <a:r>
              <a:t>Signature-based detection identifies known malware patterns</a:t>
            </a:r>
          </a:p>
          <a:p>
            <a:r>
              <a:t>Highly accurate for previously identified threats</a:t>
            </a:r>
          </a:p>
          <a:p>
            <a:r>
              <a:t>Heuristic methods analyze suspicious behavior patterns</a:t>
            </a:r>
          </a:p>
          <a:p>
            <a:r>
              <a:t>Still rely on predefined rules and known indicators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33612A4-0B77-4479-B2AA-F178599550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78A367A-3E83-4B48-A0F7-43FBE3332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9C51009-A09A-4689-8E6C-F8FC99E6A8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3357" y="1600199"/>
            <a:ext cx="2654449" cy="4297680"/>
          </a:xfrm>
        </p:spPr>
        <p:txBody>
          <a:bodyPr anchor="ctr">
            <a:normAutofit/>
          </a:bodyPr>
          <a:lstStyle/>
          <a:p>
            <a:r>
              <a:rPr lang="en-US" sz="2700"/>
              <a:t>Limitations of Traditional Methods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EC65442-F244-409C-BF44-C5D6472E8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2148839"/>
            <a:ext cx="0" cy="320040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93638" y="1600199"/>
            <a:ext cx="4597502" cy="4297680"/>
          </a:xfrm>
        </p:spPr>
        <p:txBody>
          <a:bodyPr anchor="ctr">
            <a:normAutofit/>
          </a:bodyPr>
          <a:lstStyle/>
          <a:p>
            <a:r>
              <a:t>Cannot detect new or unknown malware variants</a:t>
            </a:r>
          </a:p>
          <a:p>
            <a:r>
              <a:t>Reactive rather than proactive security approach</a:t>
            </a:r>
          </a:p>
          <a:p>
            <a:r>
              <a:t>Struggle with rapidly evolving attack techniques</a:t>
            </a:r>
          </a:p>
          <a:p>
            <a:r>
              <a:t>Create gaps in protection against zero-day threats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E7A6F0-5CD3-481E-B0F2-E7F99FE67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11290DF-4975-4FCD-8B8D-BBC86B836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459" y="1138228"/>
            <a:ext cx="2845263" cy="3858767"/>
          </a:xfrm>
        </p:spPr>
        <p:txBody>
          <a:bodyPr anchor="ctr">
            <a:normAutofit/>
          </a:bodyPr>
          <a:lstStyle/>
          <a:p>
            <a:r>
              <a:rPr lang="en-US" sz="2600"/>
              <a:t>Machine Learning in Cybersecurity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57CA18A-A333-4DCB-842B-76827D2EC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825015" y="638300"/>
            <a:ext cx="4807204" cy="4858625"/>
            <a:chOff x="7807230" y="2012810"/>
            <a:chExt cx="3251252" cy="3459865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E785FC3-CE7B-46F8-8C7A-EBBF001ED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0" y="2012810"/>
              <a:ext cx="3251252" cy="3459865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1905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5069D9A-30C7-4159-880C-DD2BDC5100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1" y="2026142"/>
              <a:ext cx="3251250" cy="3440203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762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w="38100" h="38100"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9FE1511-6E1B-4F0E-8FF0-958527181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4918" y="973636"/>
            <a:ext cx="4327398" cy="4187952"/>
          </a:xfrm>
          <a:prstGeom prst="rect">
            <a:avLst/>
          </a:prstGeom>
          <a:solidFill>
            <a:srgbClr val="FFFFFF"/>
          </a:solidFill>
          <a:ln w="6350">
            <a:solidFill>
              <a:srgbClr val="DFD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8362" y="1138228"/>
            <a:ext cx="4080510" cy="3858768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000000"/>
                </a:solidFill>
              </a:rPr>
              <a:t>Uses data to learn patterns instead of fixed rules</a:t>
            </a:r>
          </a:p>
          <a:p>
            <a:r>
              <a:rPr lang="en-US">
                <a:solidFill>
                  <a:srgbClr val="000000"/>
                </a:solidFill>
              </a:rPr>
              <a:t>Identifies anomalies that may indicate malicious behavior</a:t>
            </a:r>
          </a:p>
          <a:p>
            <a:r>
              <a:rPr lang="en-US">
                <a:solidFill>
                  <a:srgbClr val="000000"/>
                </a:solidFill>
              </a:rPr>
              <a:t>Can detect previously unseen threats</a:t>
            </a:r>
          </a:p>
          <a:p>
            <a:r>
              <a:rPr lang="en-US">
                <a:solidFill>
                  <a:srgbClr val="000000"/>
                </a:solidFill>
              </a:rPr>
              <a:t>Supports more proactive cybersecurity strategies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25CEF6D-5E98-4B5C-A10F-7459C1EEF1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C73161-1E4E-4E6A-91B2-E885CF8FFB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E7A6F0-5CD3-481E-B0F2-E7F99FE67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11290DF-4975-4FCD-8B8D-BBC86B836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459" y="1138228"/>
            <a:ext cx="2845263" cy="3858767"/>
          </a:xfrm>
        </p:spPr>
        <p:txBody>
          <a:bodyPr anchor="ctr">
            <a:normAutofit/>
          </a:bodyPr>
          <a:lstStyle/>
          <a:p>
            <a:r>
              <a:rPr lang="en-US" sz="3100"/>
              <a:t>Types of Machine Learning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57CA18A-A333-4DCB-842B-76827D2EC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825015" y="638300"/>
            <a:ext cx="4807204" cy="4858625"/>
            <a:chOff x="7807230" y="2012810"/>
            <a:chExt cx="3251252" cy="3459865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E785FC3-CE7B-46F8-8C7A-EBBF001ED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0" y="2012810"/>
              <a:ext cx="3251252" cy="3459865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1905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5069D9A-30C7-4159-880C-DD2BDC5100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1" y="2026142"/>
              <a:ext cx="3251250" cy="3440203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762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w="38100" h="38100"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9FE1511-6E1B-4F0E-8FF0-958527181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4918" y="973636"/>
            <a:ext cx="4327398" cy="4187952"/>
          </a:xfrm>
          <a:prstGeom prst="rect">
            <a:avLst/>
          </a:prstGeom>
          <a:solidFill>
            <a:srgbClr val="FFFFFF"/>
          </a:solidFill>
          <a:ln w="6350">
            <a:solidFill>
              <a:srgbClr val="DFD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8362" y="1138228"/>
            <a:ext cx="4080510" cy="3858768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000000"/>
                </a:solidFill>
              </a:rPr>
              <a:t>Supervised learning uses labeled datasets for classification</a:t>
            </a:r>
          </a:p>
          <a:p>
            <a:r>
              <a:rPr lang="en-US">
                <a:solidFill>
                  <a:srgbClr val="000000"/>
                </a:solidFill>
              </a:rPr>
              <a:t>Unsupervised learning detects patterns without labels</a:t>
            </a:r>
          </a:p>
          <a:p>
            <a:r>
              <a:rPr lang="en-US">
                <a:solidFill>
                  <a:srgbClr val="000000"/>
                </a:solidFill>
              </a:rPr>
              <a:t>Deep learning uses neural networks for complex analysis</a:t>
            </a:r>
          </a:p>
          <a:p>
            <a:r>
              <a:rPr lang="en-US">
                <a:solidFill>
                  <a:srgbClr val="000000"/>
                </a:solidFill>
              </a:rPr>
              <a:t>Each approach is used depending on data and environment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25CEF6D-5E98-4B5C-A10F-7459C1EEF1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C73161-1E4E-4E6A-91B2-E885CF8FFB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82E7304-2AC2-4A5C-924D-A6AC3FFC5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804519"/>
            <a:ext cx="7202456" cy="1049235"/>
          </a:xfrm>
        </p:spPr>
        <p:txBody>
          <a:bodyPr>
            <a:normAutofit/>
          </a:bodyPr>
          <a:lstStyle/>
          <a:p>
            <a:r>
              <a:t>Common Algorithms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59FEF2-F6A5-442F-BA10-4E39EECD0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88684" y="1853754"/>
            <a:ext cx="720245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A3C183B1-1D4B-4E3D-A02E-A426E3BFA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1CFD8E8-352D-49F0-8C43-331C5F8647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8667561"/>
              </p:ext>
            </p:extLst>
          </p:nvPr>
        </p:nvGraphicFramePr>
        <p:xfrm>
          <a:off x="1088231" y="2331497"/>
          <a:ext cx="7203281" cy="37232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9C51009-A09A-4689-8E6C-F8FC99E6A8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3357" y="1600199"/>
            <a:ext cx="2654449" cy="4297680"/>
          </a:xfrm>
        </p:spPr>
        <p:txBody>
          <a:bodyPr anchor="ctr">
            <a:normAutofit/>
          </a:bodyPr>
          <a:lstStyle/>
          <a:p>
            <a:r>
              <a:rPr lang="en-US" sz="2700"/>
              <a:t>Applications in Enterprise Systems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EC65442-F244-409C-BF44-C5D6472E8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2148839"/>
            <a:ext cx="0" cy="320040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93638" y="1600199"/>
            <a:ext cx="4597502" cy="4297680"/>
          </a:xfrm>
        </p:spPr>
        <p:txBody>
          <a:bodyPr anchor="ctr">
            <a:normAutofit/>
          </a:bodyPr>
          <a:lstStyle/>
          <a:p>
            <a:r>
              <a:t>Network security: detects unusual traffic patterns</a:t>
            </a:r>
          </a:p>
          <a:p>
            <a:r>
              <a:t>IoT systems: monitors device behavior for anomalies</a:t>
            </a:r>
          </a:p>
          <a:p>
            <a:r>
              <a:t>Cloud systems: analyzes large-scale distributed data</a:t>
            </a:r>
          </a:p>
          <a:p>
            <a:r>
              <a:t>Endpoint security: detects malware on user devices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2D32A60-013B-47A8-8833-D24240809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27932B-B694-4C4C-90D7-A0333A7C5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2303047"/>
            <a:ext cx="2454070" cy="2674198"/>
          </a:xfrm>
        </p:spPr>
        <p:txBody>
          <a:bodyPr anchor="t">
            <a:normAutofit/>
          </a:bodyPr>
          <a:lstStyle/>
          <a:p>
            <a:r>
              <a:t>Strengths of Machine Learning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EBB0476-5CF0-4F44-8D68-5D42D7AEE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88684" y="2146542"/>
            <a:ext cx="245407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A9DA474E-6B91-4200-840F-0257B2358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8685" y="3122496"/>
            <a:ext cx="264761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F63C9AD-AE6E-4512-8171-91612E84C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E1A49CE-B63D-457A-A180-1C883E1A6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747398F-03AD-0FED-252A-9FEC38608B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11904984"/>
              </p:ext>
            </p:extLst>
          </p:nvPr>
        </p:nvGraphicFramePr>
        <p:xfrm>
          <a:off x="3856434" y="803275"/>
          <a:ext cx="4435078" cy="4637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6870151-9189-4C3A-8379-EF3D95827A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3D rendering of game pieces tied together with a rope">
            <a:extLst>
              <a:ext uri="{FF2B5EF4-FFF2-40B4-BE49-F238E27FC236}">
                <a16:creationId xmlns:a16="http://schemas.microsoft.com/office/drawing/2014/main" id="{A0DE5AB3-7923-C5A3-DAA2-917AFF52BC7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 r="2"/>
          <a:stretch>
            <a:fillRect/>
          </a:stretch>
        </p:blipFill>
        <p:spPr>
          <a:xfrm>
            <a:off x="228" y="10"/>
            <a:ext cx="9143772" cy="6857990"/>
          </a:xfrm>
          <a:prstGeom prst="rect">
            <a:avLst/>
          </a:prstGeom>
        </p:spPr>
      </p:pic>
      <p:sp>
        <p:nvSpPr>
          <p:cNvPr id="11" name="Slide Number Placeholder 7">
            <a:extLst>
              <a:ext uri="{FF2B5EF4-FFF2-40B4-BE49-F238E27FC236}">
                <a16:creationId xmlns:a16="http://schemas.microsoft.com/office/drawing/2014/main" id="{123EA69C-102A-4DD0-9547-05DCD271D1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34225" y="443732"/>
            <a:ext cx="608265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r" defTabSz="457200" rtl="0" eaLnBrk="1" latinLnBrk="0" hangingPunct="1">
              <a:defRPr sz="2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6A862265-5CA3-4C40-8582-7534C3B03C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32477" y="540921"/>
            <a:ext cx="37304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0EF80B-0391-4082-9AF5-F15B091B4C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93800"/>
            <a:ext cx="9144000" cy="5664199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87000"/>
                  <a:alpha val="4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03" y="1193800"/>
            <a:ext cx="2394787" cy="4699000"/>
          </a:xfrm>
        </p:spPr>
        <p:txBody>
          <a:bodyPr anchor="ctr">
            <a:normAutofit/>
          </a:bodyPr>
          <a:lstStyle/>
          <a:p>
            <a:r>
              <a:rPr lang="en-US" sz="3000"/>
              <a:t>Limitations of Machine Learning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33AC32D-5F44-45F7-A0BD-7C11A86BE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600200"/>
            <a:ext cx="0" cy="3657600"/>
          </a:xfrm>
          <a:prstGeom prst="line">
            <a:avLst/>
          </a:prstGeom>
          <a:ln w="31750">
            <a:solidFill>
              <a:schemeClr val="tx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2477" y="1193800"/>
            <a:ext cx="4563818" cy="4699000"/>
          </a:xfrm>
        </p:spPr>
        <p:txBody>
          <a:bodyPr anchor="ctr">
            <a:normAutofit/>
          </a:bodyPr>
          <a:lstStyle/>
          <a:p>
            <a:r>
              <a:t>False positives can overwhelm security teams</a:t>
            </a:r>
          </a:p>
          <a:p>
            <a:r>
              <a:t>Adversarial attacks can manipulate model inputs</a:t>
            </a:r>
          </a:p>
          <a:p>
            <a:r>
              <a:t>High computational and resource requirements</a:t>
            </a:r>
          </a:p>
          <a:p>
            <a:r>
              <a:t>Model drift reduces effectiveness over time</a:t>
            </a:r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3FBF03E8-C602-4192-9C52-F84B29FDCC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2421" y="6007878"/>
            <a:ext cx="2625537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BEFDA1A-2A01-4C29-A5D0-AE6F050D07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Blue blocks and networks technology background">
            <a:extLst>
              <a:ext uri="{FF2B5EF4-FFF2-40B4-BE49-F238E27FC236}">
                <a16:creationId xmlns:a16="http://schemas.microsoft.com/office/drawing/2014/main" id="{DEC2C9AD-E898-1EA9-85AF-93605BDF651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alphaModFix amt="50000"/>
          </a:blip>
          <a:srcRect r="25002" b="-446"/>
          <a:stretch>
            <a:fillRect/>
          </a:stretch>
        </p:blipFill>
        <p:spPr>
          <a:xfrm>
            <a:off x="228" y="10"/>
            <a:ext cx="9143772" cy="68579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7FD20E5-30AF-47B9-9256-2E8E904CB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90422" y="1847088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804519"/>
            <a:ext cx="7202456" cy="1049235"/>
          </a:xfrm>
        </p:spPr>
        <p:txBody>
          <a:bodyPr>
            <a:normAutofit/>
          </a:bodyPr>
          <a:lstStyle/>
          <a:p>
            <a:r>
              <a:t>Comparative Analysis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79D3810-B86F-4009-84EC-DE0FEABD6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8684" y="2015732"/>
            <a:ext cx="7202456" cy="3450613"/>
          </a:xfrm>
        </p:spPr>
        <p:txBody>
          <a:bodyPr>
            <a:normAutofit/>
          </a:bodyPr>
          <a:lstStyle/>
          <a:p>
            <a:r>
              <a:t>Enterprise networks: high data availability but false positives</a:t>
            </a:r>
          </a:p>
          <a:p>
            <a:r>
              <a:t>IoT systems: limited resources reduce model complexity</a:t>
            </a:r>
          </a:p>
          <a:p>
            <a:r>
              <a:t>Cloud systems: scalable but require high infrastructure cost</a:t>
            </a:r>
          </a:p>
          <a:p>
            <a:r>
              <a:t>Endpoints: accurate but must balance performance and privacy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33612A4-0B77-4479-B2AA-F178599550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78A367A-3E83-4B48-A0F7-43FBE3332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E7A6F0-5CD3-481E-B0F2-E7F99FE67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11290DF-4975-4FCD-8B8D-BBC86B836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459" y="1138228"/>
            <a:ext cx="2845263" cy="3858767"/>
          </a:xfrm>
        </p:spPr>
        <p:txBody>
          <a:bodyPr anchor="ctr">
            <a:normAutofit/>
          </a:bodyPr>
          <a:lstStyle/>
          <a:p>
            <a:r>
              <a:rPr lang="en-US" sz="3100"/>
              <a:t>Key Insight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57CA18A-A333-4DCB-842B-76827D2EC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825015" y="638300"/>
            <a:ext cx="4807204" cy="4858625"/>
            <a:chOff x="7807230" y="2012810"/>
            <a:chExt cx="3251252" cy="3459865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E785FC3-CE7B-46F8-8C7A-EBBF001ED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0" y="2012810"/>
              <a:ext cx="3251252" cy="3459865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1905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5069D9A-30C7-4159-880C-DD2BDC5100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1" y="2026142"/>
              <a:ext cx="3251250" cy="3440203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762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w="38100" h="38100"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9FE1511-6E1B-4F0E-8FF0-958527181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4918" y="973636"/>
            <a:ext cx="4327398" cy="4187952"/>
          </a:xfrm>
          <a:prstGeom prst="rect">
            <a:avLst/>
          </a:prstGeom>
          <a:solidFill>
            <a:srgbClr val="FFFFFF"/>
          </a:solidFill>
          <a:ln w="6350">
            <a:solidFill>
              <a:srgbClr val="DFD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8362" y="1138228"/>
            <a:ext cx="4080510" cy="3858768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000000"/>
                </a:solidFill>
              </a:rPr>
              <a:t>Machine learning should not replace traditional methods</a:t>
            </a:r>
          </a:p>
          <a:p>
            <a:r>
              <a:rPr lang="en-US">
                <a:solidFill>
                  <a:srgbClr val="000000"/>
                </a:solidFill>
              </a:rPr>
              <a:t>Hybrid systems provide the most effective protection</a:t>
            </a:r>
          </a:p>
          <a:p>
            <a:r>
              <a:rPr lang="en-US">
                <a:solidFill>
                  <a:srgbClr val="000000"/>
                </a:solidFill>
              </a:rPr>
              <a:t>Combining approaches improves detection and reliability</a:t>
            </a:r>
          </a:p>
          <a:p>
            <a:r>
              <a:rPr lang="en-US">
                <a:solidFill>
                  <a:srgbClr val="000000"/>
                </a:solidFill>
              </a:rPr>
              <a:t>Organizations must balance cost, accuracy, and performance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25CEF6D-5E98-4B5C-A10F-7459C1EEF1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C73161-1E4E-4E6A-91B2-E885CF8FFB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D6EDB49-211E-499D-9A08-6C5FF3D06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8F9F37E-D3CF-4F3D-96C2-25307819DF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5FFF17D-767C-40E7-8C89-962F1F54BC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98" y="638508"/>
            <a:ext cx="8179004" cy="4843439"/>
          </a:xfrm>
          <a:prstGeom prst="rect">
            <a:avLst/>
          </a:prstGeom>
          <a:gradFill>
            <a:gsLst>
              <a:gs pos="0">
                <a:srgbClr val="000001"/>
              </a:gs>
              <a:gs pos="100000">
                <a:srgbClr val="191919"/>
              </a:gs>
            </a:gsLst>
          </a:gradFill>
          <a:ln w="76200" cmpd="sng">
            <a:noFill/>
            <a:miter lim="800000"/>
          </a:ln>
          <a:effectLst>
            <a:outerShdw blurRad="127000" dist="228600" dir="4740000" sx="98000" sy="98000" algn="tl" rotWithShape="0">
              <a:srgbClr val="000000">
                <a:alpha val="34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9F39E1-619D-4D9E-8823-8BD8CC320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2653" y="865667"/>
            <a:ext cx="7838694" cy="4389120"/>
          </a:xfrm>
          <a:prstGeom prst="rect">
            <a:avLst/>
          </a:prstGeom>
          <a:ln w="50800" cmpd="sng">
            <a:solidFill>
              <a:srgbClr val="191919"/>
            </a:solidFill>
            <a:miter lim="800000"/>
          </a:ln>
          <a:effectLst>
            <a:innerShdw blurRad="63500" dist="88900" dir="14100000">
              <a:srgbClr val="000000">
                <a:alpha val="30000"/>
              </a:srgbClr>
            </a:inn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1003">
            <a:schemeClr val="l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8C53F47-DF50-454F-A5A6-6B969748D9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6097" y="1030259"/>
            <a:ext cx="7591806" cy="4059936"/>
          </a:xfrm>
          <a:prstGeom prst="rect">
            <a:avLst/>
          </a:prstGeom>
          <a:noFill/>
          <a:ln>
            <a:solidFill>
              <a:srgbClr val="45454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1376053"/>
            <a:ext cx="7054418" cy="1002990"/>
          </a:xfrm>
        </p:spPr>
        <p:txBody>
          <a:bodyPr anchor="ctr">
            <a:normAutofit/>
          </a:bodyPr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8684" y="2464991"/>
            <a:ext cx="7054418" cy="2403571"/>
          </a:xfrm>
        </p:spPr>
        <p:txBody>
          <a:bodyPr>
            <a:normAutofit/>
          </a:bodyPr>
          <a:lstStyle/>
          <a:p>
            <a:r>
              <a:t>Machine learning significantly improves malware detection</a:t>
            </a:r>
          </a:p>
          <a:p>
            <a:r>
              <a:t>Not a complete solution due to existing limitations</a:t>
            </a:r>
          </a:p>
          <a:p>
            <a:r>
              <a:t>Best approach combines ML with traditional methods</a:t>
            </a:r>
          </a:p>
          <a:p>
            <a:r>
              <a:t>Future focus: accuracy, transparency, and security improvements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A26901A-BC62-4A3A-A07A-65E1F3DDDE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5C3D674-3D59-4E93-80CA-0C0A9095E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884B8F8-FDC9-498B-9960-5D7260AFC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90422" y="1847088"/>
            <a:ext cx="313302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5" y="804520"/>
            <a:ext cx="3132383" cy="1049235"/>
          </a:xfrm>
        </p:spPr>
        <p:txBody>
          <a:bodyPr>
            <a:normAutofit/>
          </a:bodyPr>
          <a:lstStyle/>
          <a:p>
            <a:r>
              <a:t>Thank You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2A81E1-BCBE-426B-8C09-33274E6940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8685" y="2015732"/>
            <a:ext cx="3129159" cy="3450613"/>
          </a:xfrm>
        </p:spPr>
        <p:txBody>
          <a:bodyPr>
            <a:normAutofit/>
          </a:bodyPr>
          <a:lstStyle/>
          <a:p>
            <a:endParaRPr dirty="0"/>
          </a:p>
          <a:p>
            <a:pPr marL="0" indent="0">
              <a:buNone/>
            </a:pPr>
            <a:endParaRPr dirty="0"/>
          </a:p>
        </p:txBody>
      </p:sp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38247DA7-7E5A-D613-058C-E289CA653B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0808" y="1275798"/>
            <a:ext cx="3720331" cy="372033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9D1DDD4-5BB3-45BA-B9B3-06B62299A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24DAE64-2302-42EA-8239-F2F0775CA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127</TotalTime>
  <Words>454</Words>
  <Application>Microsoft Office PowerPoint</Application>
  <PresentationFormat>On-screen Show (4:3)</PresentationFormat>
  <Paragraphs>75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Arial</vt:lpstr>
      <vt:lpstr>Gill Sans MT</vt:lpstr>
      <vt:lpstr>Gallery</vt:lpstr>
      <vt:lpstr>Machine Learning in Cybersecurity</vt:lpstr>
      <vt:lpstr>Overview</vt:lpstr>
      <vt:lpstr>Enterprise Systems</vt:lpstr>
      <vt:lpstr>The Problem: Modern Malware</vt:lpstr>
      <vt:lpstr>Traditional Detection Methods</vt:lpstr>
      <vt:lpstr>Limitations of Traditional Methods</vt:lpstr>
      <vt:lpstr>Machine Learning in Cybersecurity</vt:lpstr>
      <vt:lpstr>Types of Machine Learning</vt:lpstr>
      <vt:lpstr>Common Algorithms</vt:lpstr>
      <vt:lpstr>Applications in Enterprise Systems</vt:lpstr>
      <vt:lpstr>Strengths of Machine Learning</vt:lpstr>
      <vt:lpstr>Limitations of Machine Learning</vt:lpstr>
      <vt:lpstr>Comparative Analysis</vt:lpstr>
      <vt:lpstr>Key Insight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Lauren Skov</cp:lastModifiedBy>
  <cp:revision>2</cp:revision>
  <dcterms:created xsi:type="dcterms:W3CDTF">2013-01-27T09:14:16Z</dcterms:created>
  <dcterms:modified xsi:type="dcterms:W3CDTF">2026-05-13T03:08:01Z</dcterms:modified>
  <cp:category/>
</cp:coreProperties>
</file>